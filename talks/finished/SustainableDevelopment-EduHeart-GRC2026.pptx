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376" r:id="rId3"/>
    <p:sldId id="371" r:id="rId4"/>
    <p:sldId id="377" r:id="rId5"/>
    <p:sldId id="373" r:id="rId6"/>
    <p:sldId id="378" r:id="rId7"/>
    <p:sldId id="374" r:id="rId8"/>
    <p:sldId id="379" r:id="rId9"/>
    <p:sldId id="375" r:id="rId10"/>
    <p:sldId id="372" r:id="rId11"/>
    <p:sldId id="31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533" autoAdjust="0"/>
  </p:normalViewPr>
  <p:slideViewPr>
    <p:cSldViewPr snapToGrid="0">
      <p:cViewPr varScale="1">
        <p:scale>
          <a:sx n="63" d="100"/>
          <a:sy n="63" d="100"/>
        </p:scale>
        <p:origin x="804"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A3D5FF-0CEC-49D8-BF8A-0B00BB6525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ADA447-B21B-4FBA-A3C9-575D56E9B3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6B30CB-839A-47A6-9532-260122BEAE9C}" type="datetimeFigureOut">
              <a:rPr lang="en-US" smtClean="0"/>
              <a:t>5/24/2026</a:t>
            </a:fld>
            <a:endParaRPr lang="en-US"/>
          </a:p>
        </p:txBody>
      </p:sp>
      <p:sp>
        <p:nvSpPr>
          <p:cNvPr id="4" name="Footer Placeholder 3">
            <a:extLst>
              <a:ext uri="{FF2B5EF4-FFF2-40B4-BE49-F238E27FC236}">
                <a16:creationId xmlns:a16="http://schemas.microsoft.com/office/drawing/2014/main" id="{003E0C6A-F00E-45DE-9607-30984D6402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8D0529-25A5-4112-9369-21C35E3F78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4DF5EF-899D-4A93-BF6E-10CBE4B2D858}" type="slidenum">
              <a:rPr lang="en-US" smtClean="0"/>
              <a:t>‹#›</a:t>
            </a:fld>
            <a:endParaRPr lang="en-US"/>
          </a:p>
        </p:txBody>
      </p:sp>
    </p:spTree>
    <p:extLst>
      <p:ext uri="{BB962C8B-B14F-4D97-AF65-F5344CB8AC3E}">
        <p14:creationId xmlns:p14="http://schemas.microsoft.com/office/powerpoint/2010/main" val="1489358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6BD8EF-833A-4756-9DE8-262172883D9B}"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153D4-6007-4D70-A0D5-F421EBC11E1D}" type="slidenum">
              <a:rPr lang="en-US" smtClean="0"/>
              <a:t>‹#›</a:t>
            </a:fld>
            <a:endParaRPr lang="en-US"/>
          </a:p>
        </p:txBody>
      </p:sp>
    </p:spTree>
    <p:extLst>
      <p:ext uri="{BB962C8B-B14F-4D97-AF65-F5344CB8AC3E}">
        <p14:creationId xmlns:p14="http://schemas.microsoft.com/office/powerpoint/2010/main" val="1119136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2pPr>
    <a:lvl3pPr marL="9144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3pPr>
    <a:lvl4pPr marL="13716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4pPr>
    <a:lvl5pPr marL="18288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153D4-6007-4D70-A0D5-F421EBC11E1D}" type="slidenum">
              <a:rPr lang="en-US" smtClean="0"/>
              <a:t>1</a:t>
            </a:fld>
            <a:endParaRPr lang="en-US"/>
          </a:p>
        </p:txBody>
      </p:sp>
    </p:spTree>
    <p:extLst>
      <p:ext uri="{BB962C8B-B14F-4D97-AF65-F5344CB8AC3E}">
        <p14:creationId xmlns:p14="http://schemas.microsoft.com/office/powerpoint/2010/main" val="2446642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83153D4-6007-4D70-A0D5-F421EBC11E1D}" type="slidenum">
              <a:rPr lang="en-US" smtClean="0"/>
              <a:t>10</a:t>
            </a:fld>
            <a:endParaRPr lang="en-US"/>
          </a:p>
        </p:txBody>
      </p:sp>
    </p:spTree>
    <p:extLst>
      <p:ext uri="{BB962C8B-B14F-4D97-AF65-F5344CB8AC3E}">
        <p14:creationId xmlns:p14="http://schemas.microsoft.com/office/powerpoint/2010/main" val="2133284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83153D4-6007-4D70-A0D5-F421EBC11E1D}" type="slidenum">
              <a:rPr lang="en-US" smtClean="0"/>
              <a:t>11</a:t>
            </a:fld>
            <a:endParaRPr lang="en-US"/>
          </a:p>
        </p:txBody>
      </p:sp>
    </p:spTree>
    <p:extLst>
      <p:ext uri="{BB962C8B-B14F-4D97-AF65-F5344CB8AC3E}">
        <p14:creationId xmlns:p14="http://schemas.microsoft.com/office/powerpoint/2010/main" val="396290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5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4161090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7986"/>
            <a:ext cx="10515600" cy="660486"/>
          </a:xfrm>
        </p:spPr>
        <p:txBody>
          <a:bodyPr/>
          <a:lstStyle>
            <a:lvl1pPr>
              <a:lnSpc>
                <a:spcPct val="100000"/>
              </a:lnSpc>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838200" y="914399"/>
            <a:ext cx="10515600" cy="5176066"/>
          </a:xfrm>
        </p:spPr>
        <p:txBody>
          <a:bodyPr/>
          <a:lstStyle>
            <a:lvl1pPr algn="just">
              <a:lnSpc>
                <a:spcPct val="100000"/>
              </a:lnSpc>
              <a:spcBef>
                <a:spcPts val="0"/>
              </a:spcBef>
              <a:defRPr>
                <a:latin typeface="Times New Roman" panose="02020603050405020304" pitchFamily="18" charset="0"/>
                <a:cs typeface="Times New Roman" panose="02020603050405020304" pitchFamily="18" charset="0"/>
              </a:defRPr>
            </a:lvl1pPr>
            <a:lvl2pPr algn="just">
              <a:lnSpc>
                <a:spcPct val="100000"/>
              </a:lnSpc>
              <a:spcBef>
                <a:spcPts val="0"/>
              </a:spcBef>
              <a:defRPr>
                <a:latin typeface="Times New Roman" panose="02020603050405020304" pitchFamily="18" charset="0"/>
                <a:cs typeface="Times New Roman" panose="02020603050405020304" pitchFamily="18" charset="0"/>
              </a:defRPr>
            </a:lvl2pPr>
            <a:lvl3pPr algn="just">
              <a:lnSpc>
                <a:spcPct val="100000"/>
              </a:lnSpc>
              <a:spcBef>
                <a:spcPts val="0"/>
              </a:spcBef>
              <a:defRPr>
                <a:latin typeface="Times New Roman" panose="02020603050405020304" pitchFamily="18" charset="0"/>
                <a:cs typeface="Times New Roman" panose="02020603050405020304" pitchFamily="18" charset="0"/>
              </a:defRPr>
            </a:lvl3pPr>
            <a:lvl4pPr algn="just">
              <a:lnSpc>
                <a:spcPct val="100000"/>
              </a:lnSpc>
              <a:spcBef>
                <a:spcPts val="0"/>
              </a:spcBef>
              <a:defRPr>
                <a:latin typeface="Times New Roman" panose="02020603050405020304" pitchFamily="18" charset="0"/>
                <a:cs typeface="Times New Roman" panose="02020603050405020304" pitchFamily="18" charset="0"/>
              </a:defRPr>
            </a:lvl4pPr>
            <a:lvl5pPr algn="just">
              <a:lnSpc>
                <a:spcPct val="100000"/>
              </a:lnSpc>
              <a:spcBef>
                <a:spcPts val="0"/>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2872447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2008347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06093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8" name="Footer Placeholder 7"/>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867996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4" name="Footer Placeholder 3"/>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656700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3" name="Footer Placeholder 2"/>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4" name="Slide Number Placeholder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3959342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77249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atin typeface="Times New Roman" panose="02020603050405020304" pitchFamily="18" charset="0"/>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600367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349822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3453315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16842"/>
            <a:ext cx="10515600" cy="66048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223319"/>
            <a:ext cx="10515600" cy="49536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smtClean="0"/>
              <a:t>5/23/2026</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smtClean="0"/>
              <a:t>GRC2026 - Loc Nguyen - Google Translator</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487803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35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7287" y="949111"/>
            <a:ext cx="10217426" cy="2387600"/>
          </a:xfrm>
        </p:spPr>
        <p:txBody>
          <a:bodyPr>
            <a:normAutofit/>
          </a:bodyPr>
          <a:lstStyle/>
          <a:p>
            <a:r>
              <a:rPr lang="en-US" sz="4500" b="1" dirty="0"/>
              <a:t>Topic: Interdisciplinary Research for Sustainable Development</a:t>
            </a:r>
            <a:endParaRPr lang="en-US" sz="4500" dirty="0"/>
          </a:p>
        </p:txBody>
      </p:sp>
      <p:sp>
        <p:nvSpPr>
          <p:cNvPr id="3" name="Subtitle 2"/>
          <p:cNvSpPr>
            <a:spLocks noGrp="1"/>
          </p:cNvSpPr>
          <p:nvPr>
            <p:ph type="subTitle" idx="1"/>
          </p:nvPr>
        </p:nvSpPr>
        <p:spPr>
          <a:xfrm>
            <a:off x="1524000" y="3534803"/>
            <a:ext cx="9144000" cy="1655762"/>
          </a:xfrm>
        </p:spPr>
        <p:txBody>
          <a:bodyPr>
            <a:normAutofit lnSpcReduction="10000"/>
          </a:bodyPr>
          <a:lstStyle/>
          <a:p>
            <a:r>
              <a:rPr lang="en-US" dirty="0" smtClean="0"/>
              <a:t>Professor Dr. </a:t>
            </a:r>
            <a:r>
              <a:rPr lang="en-US" dirty="0"/>
              <a:t>Loc </a:t>
            </a:r>
            <a:r>
              <a:rPr lang="en-US" dirty="0" smtClean="0"/>
              <a:t>Nguyen, PhD</a:t>
            </a:r>
            <a:r>
              <a:rPr lang="en-US" dirty="0"/>
              <a:t>, </a:t>
            </a:r>
            <a:r>
              <a:rPr lang="en-US" dirty="0" smtClean="0"/>
              <a:t>Postdoc</a:t>
            </a:r>
            <a:endParaRPr lang="en-US" dirty="0"/>
          </a:p>
          <a:p>
            <a:r>
              <a:rPr lang="en-US" dirty="0" smtClean="0"/>
              <a:t>Loc Nguyen’s Academic Network, </a:t>
            </a:r>
            <a:r>
              <a:rPr lang="en-US" dirty="0"/>
              <a:t>Vietnam</a:t>
            </a:r>
          </a:p>
          <a:p>
            <a:r>
              <a:rPr lang="en-US" dirty="0"/>
              <a:t>Email: ng_phloc@yahoo.com</a:t>
            </a:r>
          </a:p>
          <a:p>
            <a:r>
              <a:rPr lang="en-US" dirty="0"/>
              <a:t>Homepage: www.locnguyen.net</a:t>
            </a:r>
          </a:p>
          <a:p>
            <a:endParaRPr lang="en-US" dirty="0"/>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Date Placeholder 5"/>
          <p:cNvSpPr>
            <a:spLocks noGrp="1"/>
          </p:cNvSpPr>
          <p:nvPr>
            <p:ph type="dt" sz="half" idx="10"/>
          </p:nvPr>
        </p:nvSpPr>
        <p:spPr/>
        <p:txBody>
          <a:bodyPr/>
          <a:lstStyle/>
          <a:p>
            <a:r>
              <a:rPr lang="en-US" smtClean="0"/>
              <a:t>5/23/2026</a:t>
            </a:r>
            <a:endParaRPr lang="en-US"/>
          </a:p>
        </p:txBody>
      </p:sp>
      <p:sp>
        <p:nvSpPr>
          <p:cNvPr id="7" name="Slide Number Placeholder 6"/>
          <p:cNvSpPr>
            <a:spLocks noGrp="1"/>
          </p:cNvSpPr>
          <p:nvPr>
            <p:ph type="sldNum" sz="quarter" idx="12"/>
          </p:nvPr>
        </p:nvSpPr>
        <p:spPr/>
        <p:txBody>
          <a:bodyPr/>
          <a:lstStyle/>
          <a:p>
            <a:fld id="{5DB5036F-1FF2-46C4-8D2B-59C7E3B91952}" type="slidenum">
              <a:rPr lang="en-US" smtClean="0"/>
              <a:pPr/>
              <a:t>1</a:t>
            </a:fld>
            <a:endParaRPr lang="en-US"/>
          </a:p>
        </p:txBody>
      </p:sp>
      <p:sp>
        <p:nvSpPr>
          <p:cNvPr id="4" name="Rectangle 3"/>
          <p:cNvSpPr/>
          <p:nvPr/>
        </p:nvSpPr>
        <p:spPr>
          <a:xfrm>
            <a:off x="142240" y="153015"/>
            <a:ext cx="11917680" cy="861774"/>
          </a:xfrm>
          <a:prstGeom prst="rect">
            <a:avLst/>
          </a:prstGeom>
        </p:spPr>
        <p:txBody>
          <a:bodyPr wrap="square">
            <a:spAutoFit/>
          </a:bodyPr>
          <a:lstStyle/>
          <a:p>
            <a:pPr algn="ctr"/>
            <a:r>
              <a:rPr lang="en-US" sz="2400" dirty="0">
                <a:latin typeface="Times New Roman" panose="02020603050405020304" pitchFamily="18" charset="0"/>
                <a:cs typeface="Times New Roman" panose="02020603050405020304" pitchFamily="18" charset="0"/>
              </a:rPr>
              <a:t>The 2nd Global Research Congress (2026)</a:t>
            </a:r>
          </a:p>
          <a:p>
            <a:pPr algn="ctr"/>
            <a:r>
              <a:rPr lang="en-US" sz="2400" dirty="0" err="1">
                <a:latin typeface="Times New Roman" panose="02020603050405020304" pitchFamily="18" charset="0"/>
                <a:cs typeface="Times New Roman" panose="02020603050405020304" pitchFamily="18" charset="0"/>
              </a:rPr>
              <a:t>Eduheart</a:t>
            </a:r>
            <a:r>
              <a:rPr lang="en-US" sz="2400" dirty="0">
                <a:latin typeface="Times New Roman" panose="02020603050405020304" pitchFamily="18" charset="0"/>
                <a:cs typeface="Times New Roman" panose="02020603050405020304" pitchFamily="18" charset="0"/>
              </a:rPr>
              <a:t> Knowledge Network and Publishing Inc., May 30, 2026</a:t>
            </a:r>
          </a:p>
        </p:txBody>
      </p:sp>
    </p:spTree>
    <p:extLst>
      <p:ext uri="{BB962C8B-B14F-4D97-AF65-F5344CB8AC3E}">
        <p14:creationId xmlns:p14="http://schemas.microsoft.com/office/powerpoint/2010/main" val="646808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One intelligence splits </a:t>
            </a:r>
            <a:r>
              <a:rPr lang="en-US" dirty="0" smtClean="0"/>
              <a:t>dually into </a:t>
            </a:r>
            <a:r>
              <a:rPr lang="en-US" dirty="0"/>
              <a:t>thousands of technologies</a:t>
            </a:r>
          </a:p>
        </p:txBody>
      </p:sp>
      <p:sp>
        <p:nvSpPr>
          <p:cNvPr id="3" name="Content Placeholder 2"/>
          <p:cNvSpPr>
            <a:spLocks noGrp="1"/>
          </p:cNvSpPr>
          <p:nvPr>
            <p:ph idx="1"/>
          </p:nvPr>
        </p:nvSpPr>
        <p:spPr>
          <a:xfrm>
            <a:off x="121920" y="914399"/>
            <a:ext cx="11948160" cy="5176066"/>
          </a:xfrm>
        </p:spPr>
        <p:txBody>
          <a:bodyPr>
            <a:normAutofit/>
          </a:bodyPr>
          <a:lstStyle/>
          <a:p>
            <a:r>
              <a:rPr lang="en-US" sz="2000" b="1" dirty="0"/>
              <a:t>An </a:t>
            </a:r>
            <a:r>
              <a:rPr lang="en-US" sz="2000" b="1" dirty="0" smtClean="0"/>
              <a:t>individual’s intelligence “is” </a:t>
            </a:r>
            <a:r>
              <a:rPr lang="en-US" sz="2000" b="1" dirty="0"/>
              <a:t>the intelligence of all </a:t>
            </a:r>
            <a:r>
              <a:rPr lang="en-US" sz="2000" b="1" dirty="0" smtClean="0"/>
              <a:t>mankind, which is a </a:t>
            </a:r>
            <a:r>
              <a:rPr lang="en-US" sz="2000" b="1" dirty="0"/>
              <a:t>point emerging within the </a:t>
            </a:r>
            <a:r>
              <a:rPr lang="en-US" sz="2000" b="1" dirty="0" smtClean="0"/>
              <a:t>whole – </a:t>
            </a:r>
            <a:r>
              <a:rPr lang="en" sz="2000" b="1" dirty="0"/>
              <a:t>a prominent feature within the overall picture</a:t>
            </a:r>
            <a:r>
              <a:rPr lang="en-US" sz="2000" b="1" dirty="0" smtClean="0"/>
              <a:t>. </a:t>
            </a:r>
            <a:r>
              <a:rPr lang="en-US" sz="2000" b="1" dirty="0"/>
              <a:t>Therefore, what one does not remember or know does not completely mean </a:t>
            </a:r>
            <a:r>
              <a:rPr lang="en" sz="2000" b="1" dirty="0" smtClean="0"/>
              <a:t>he/she does not remember </a:t>
            </a:r>
            <a:r>
              <a:rPr lang="en" sz="2000" b="1" dirty="0"/>
              <a:t>or know at all</a:t>
            </a:r>
            <a:r>
              <a:rPr lang="en-US" sz="2000" b="1" dirty="0"/>
              <a:t>. The very moment an AI is created means it has integrated into human intelligence.</a:t>
            </a:r>
            <a:r>
              <a:rPr lang="en-US" sz="2000" dirty="0"/>
              <a:t> A newborn certainly possesses neither memory nor intellect, yet that does not mean </a:t>
            </a:r>
            <a:r>
              <a:rPr lang="en" sz="2000" dirty="0"/>
              <a:t>he/she</a:t>
            </a:r>
            <a:r>
              <a:rPr lang="en-US" sz="2000" dirty="0" smtClean="0"/>
              <a:t> </a:t>
            </a:r>
            <a:r>
              <a:rPr lang="en-US" sz="2000" dirty="0"/>
              <a:t>completely lack them. The capacity to forget and the presence of ambiguity are </a:t>
            </a:r>
            <a:r>
              <a:rPr lang="en-US" sz="2000" dirty="0" smtClean="0"/>
              <a:t>humanity’s </a:t>
            </a:r>
            <a:r>
              <a:rPr lang="en-US" sz="2000" dirty="0"/>
              <a:t>invincible </a:t>
            </a:r>
            <a:r>
              <a:rPr lang="en-US" sz="2000" dirty="0" smtClean="0"/>
              <a:t>strength, </a:t>
            </a:r>
            <a:r>
              <a:rPr lang="en-US" sz="2000" dirty="0"/>
              <a:t>continuously expanding searches and laws; even assuming we do not contemplate the distant future, this remains true</a:t>
            </a:r>
            <a:r>
              <a:rPr lang="en-US" sz="2000" dirty="0" smtClean="0"/>
              <a:t>.</a:t>
            </a:r>
          </a:p>
          <a:p>
            <a:r>
              <a:rPr lang="en-US" sz="2000" b="1" dirty="0"/>
              <a:t>High technology diverges into two main directions: 1) sophisticated </a:t>
            </a:r>
            <a:r>
              <a:rPr lang="en-US" sz="2000" b="1" dirty="0" smtClean="0"/>
              <a:t>platform, </a:t>
            </a:r>
            <a:r>
              <a:rPr lang="en-US" sz="2000" b="1" dirty="0"/>
              <a:t>and 2) sophisticated coordination. The intellectual content within a blueprint that coordinates, adjusts, and circulates other core technologies </a:t>
            </a:r>
            <a:r>
              <a:rPr lang="en-US" sz="2000" b="1" dirty="0" smtClean="0"/>
              <a:t>self-defines a </a:t>
            </a:r>
            <a:r>
              <a:rPr lang="en-US" sz="2000" b="1" dirty="0"/>
              <a:t>new core technology.</a:t>
            </a:r>
            <a:r>
              <a:rPr lang="en-US" sz="2000" dirty="0"/>
              <a:t> An example in the semiconductor </a:t>
            </a:r>
            <a:r>
              <a:rPr lang="en-US" sz="2000" dirty="0" smtClean="0"/>
              <a:t>industry that </a:t>
            </a:r>
            <a:r>
              <a:rPr lang="en-US" sz="2000" dirty="0"/>
              <a:t>NVIDIA leads the chip industry supply chain, so </a:t>
            </a:r>
            <a:r>
              <a:rPr lang="en-US" sz="2000" dirty="0" smtClean="0"/>
              <a:t>NVIDIA’s </a:t>
            </a:r>
            <a:r>
              <a:rPr lang="en-US" sz="2000" dirty="0"/>
              <a:t>superior chips are fabricated using Samsung/TSMC foundry technology; in turn, Samsung/TSMC utilize ASML lithography machines. Thus, ASML holds the foundational technology of </a:t>
            </a:r>
            <a:r>
              <a:rPr lang="en-US" sz="2000" dirty="0" smtClean="0"/>
              <a:t>semiconductor </a:t>
            </a:r>
            <a:r>
              <a:rPr lang="en-US" sz="2000" dirty="0"/>
              <a:t>industry, yet the </a:t>
            </a:r>
            <a:r>
              <a:rPr lang="en-US" sz="2000" dirty="0"/>
              <a:t>gray matter volume </a:t>
            </a:r>
            <a:r>
              <a:rPr lang="en-US" sz="2000" dirty="0"/>
              <a:t>within </a:t>
            </a:r>
            <a:r>
              <a:rPr lang="en-US" sz="2000" dirty="0" smtClean="0"/>
              <a:t>NVIDIA’s </a:t>
            </a:r>
            <a:r>
              <a:rPr lang="en-US" sz="2000" dirty="0"/>
              <a:t>chip </a:t>
            </a:r>
            <a:r>
              <a:rPr lang="en-US" sz="2000" dirty="0" smtClean="0"/>
              <a:t>design </a:t>
            </a:r>
            <a:r>
              <a:rPr lang="en-US" sz="2000" dirty="0"/>
              <a:t>itself culminates into another core technology. </a:t>
            </a:r>
            <a:r>
              <a:rPr lang="en-US" sz="2000" b="1" dirty="0" smtClean="0"/>
              <a:t>Note that ASML </a:t>
            </a:r>
            <a:r>
              <a:rPr lang="en-US" sz="2000" b="1" dirty="0"/>
              <a:t>lithography machines are assembled from multiple bulky components manufactured by companies outside </a:t>
            </a:r>
            <a:r>
              <a:rPr lang="en-US" sz="2000" b="1" dirty="0" smtClean="0"/>
              <a:t>the chip-semiconductor </a:t>
            </a:r>
            <a:r>
              <a:rPr lang="en-US" sz="2000" b="1" dirty="0"/>
              <a:t>industry, and NVIDIA currently utilizes AI software to design AI chips.</a:t>
            </a:r>
          </a:p>
        </p:txBody>
      </p:sp>
      <p:sp>
        <p:nvSpPr>
          <p:cNvPr id="4" name="Date Placeholder 3"/>
          <p:cNvSpPr>
            <a:spLocks noGrp="1"/>
          </p:cNvSpPr>
          <p:nvPr>
            <p:ph type="dt" sz="half" idx="10"/>
          </p:nvPr>
        </p:nvSpPr>
        <p:spPr/>
        <p:txBody>
          <a:bodyPr/>
          <a:lstStyle/>
          <a:p>
            <a:r>
              <a:rPr lang="en-US" smtClean="0"/>
              <a:t>5/23/2026</a:t>
            </a:r>
            <a:endParaRPr lang="en-US"/>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a:t>
            </a:fld>
            <a:endParaRPr lang="en-US"/>
          </a:p>
        </p:txBody>
      </p:sp>
    </p:spTree>
    <p:extLst>
      <p:ext uri="{BB962C8B-B14F-4D97-AF65-F5344CB8AC3E}">
        <p14:creationId xmlns:p14="http://schemas.microsoft.com/office/powerpoint/2010/main" val="3878752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Một</a:t>
            </a:r>
            <a:r>
              <a:rPr lang="en-US" dirty="0" smtClean="0"/>
              <a:t> </a:t>
            </a:r>
            <a:r>
              <a:rPr lang="en-US" dirty="0" err="1" smtClean="0"/>
              <a:t>trí</a:t>
            </a:r>
            <a:r>
              <a:rPr lang="en-US" dirty="0" smtClean="0"/>
              <a:t> </a:t>
            </a:r>
            <a:r>
              <a:rPr lang="en-US" dirty="0" err="1" smtClean="0"/>
              <a:t>tuệ</a:t>
            </a:r>
            <a:r>
              <a:rPr lang="en-US" dirty="0" smtClean="0"/>
              <a:t> </a:t>
            </a:r>
            <a:r>
              <a:rPr lang="en-US" dirty="0" err="1" smtClean="0"/>
              <a:t>rẽ</a:t>
            </a:r>
            <a:r>
              <a:rPr lang="en-US" dirty="0" smtClean="0"/>
              <a:t> </a:t>
            </a:r>
            <a:r>
              <a:rPr lang="en-US" dirty="0" err="1" smtClean="0"/>
              <a:t>đôi</a:t>
            </a:r>
            <a:r>
              <a:rPr lang="en-US" dirty="0" smtClean="0"/>
              <a:t> </a:t>
            </a:r>
            <a:r>
              <a:rPr lang="en-US" dirty="0" err="1" smtClean="0"/>
              <a:t>muôn</a:t>
            </a:r>
            <a:r>
              <a:rPr lang="en-US" dirty="0" smtClean="0"/>
              <a:t> </a:t>
            </a:r>
            <a:r>
              <a:rPr lang="en-US" dirty="0" err="1" smtClean="0"/>
              <a:t>ngàn</a:t>
            </a:r>
            <a:r>
              <a:rPr lang="en-US" dirty="0" smtClean="0"/>
              <a:t> </a:t>
            </a:r>
            <a:r>
              <a:rPr lang="en-US" dirty="0" err="1" smtClean="0"/>
              <a:t>công</a:t>
            </a:r>
            <a:r>
              <a:rPr lang="en-US" dirty="0" smtClean="0"/>
              <a:t> </a:t>
            </a:r>
            <a:r>
              <a:rPr lang="en-US" dirty="0" err="1" smtClean="0"/>
              <a:t>nghệ</a:t>
            </a:r>
            <a:endParaRPr lang="en-US" dirty="0"/>
          </a:p>
        </p:txBody>
      </p:sp>
      <p:sp>
        <p:nvSpPr>
          <p:cNvPr id="3" name="Content Placeholder 2"/>
          <p:cNvSpPr>
            <a:spLocks noGrp="1"/>
          </p:cNvSpPr>
          <p:nvPr>
            <p:ph idx="1"/>
          </p:nvPr>
        </p:nvSpPr>
        <p:spPr>
          <a:xfrm>
            <a:off x="111760" y="914399"/>
            <a:ext cx="11938000" cy="5176066"/>
          </a:xfrm>
        </p:spPr>
        <p:txBody>
          <a:bodyPr>
            <a:noAutofit/>
          </a:bodyPr>
          <a:lstStyle/>
          <a:p>
            <a:r>
              <a:rPr lang="vi-VN" sz="2200" b="1" dirty="0"/>
              <a:t>Trí tuệ một người </a:t>
            </a:r>
            <a:r>
              <a:rPr lang="en-US" sz="2200" b="1" dirty="0" smtClean="0"/>
              <a:t>“</a:t>
            </a:r>
            <a:r>
              <a:rPr lang="vi-VN" sz="2200" b="1" dirty="0" smtClean="0"/>
              <a:t>là</a:t>
            </a:r>
            <a:r>
              <a:rPr lang="en-US" sz="2200" b="1" dirty="0" smtClean="0"/>
              <a:t>”</a:t>
            </a:r>
            <a:r>
              <a:rPr lang="vi-VN" sz="2200" b="1" dirty="0" smtClean="0"/>
              <a:t> </a:t>
            </a:r>
            <a:r>
              <a:rPr lang="vi-VN" sz="2200" b="1" dirty="0"/>
              <a:t>trí tuệ cả loài người, một điểm nổi lên trong tổng thể, nên những gì một người không nhớ, không biết không có nghĩa hoàn toàn không nhớ, không biết. Ngay lúc một AI được tạo ra nghĩa là AI đó nhập vào trí tuệ loài người.</a:t>
            </a:r>
            <a:r>
              <a:rPr lang="vi-VN" sz="2200" dirty="0"/>
              <a:t> Một người vừa sinh ra hẳn nhiên chưa có ký ức lẫn trí tuệ nhưng không có nghĩa hoàn toàn không có. Năng lực quên và sự mơ hồ là sức mạnh vô địch của loài người, liên tục mở rộng tìm kiếm và định luật, giả sử chưa nghĩ đến tương lai xa, điều đó vẫn đúng</a:t>
            </a:r>
            <a:r>
              <a:rPr lang="vi-VN" sz="2200" dirty="0" smtClean="0"/>
              <a:t>.</a:t>
            </a:r>
            <a:endParaRPr lang="en-US" sz="2200" dirty="0" smtClean="0"/>
          </a:p>
          <a:p>
            <a:r>
              <a:rPr lang="vi-VN" sz="2200" b="1" dirty="0"/>
              <a:t>Nền công nghệ cao rẽ theo hai hướng chính: 1) nền tảng tinh vi và 2) sự phối hợp tinh vi. Hàm lượng chất xám trong một bản thiết kế phối hợp, điều chỉnh, luân chuyển những công nghệ lõi khác tự định hình thành một công nghệ lõi mới.</a:t>
            </a:r>
            <a:r>
              <a:rPr lang="vi-VN" sz="2200" dirty="0"/>
              <a:t> Một ví dụ trong công nghiệp bán dẫn, NVIDIA đứng đầu chuỗi cung ứng công nghiệp chip nên chip ưu việt NVIDIA được đúc bởi công nghệ đúc chip Samsung/TSMC, đến lượt Samsung/TSMC ứng dụng máy quang khắc ASML, như vậy ASML nắm giữ công nghệ nền tảng của ngành bán dẫn nhưng hàm lượng chất </a:t>
            </a:r>
            <a:r>
              <a:rPr lang="en-US" sz="2200" dirty="0" err="1" smtClean="0"/>
              <a:t>xám</a:t>
            </a:r>
            <a:r>
              <a:rPr lang="en-US" sz="2200" dirty="0" smtClean="0"/>
              <a:t> </a:t>
            </a:r>
            <a:r>
              <a:rPr lang="vi-VN" sz="2200" dirty="0" smtClean="0"/>
              <a:t>trong </a:t>
            </a:r>
            <a:r>
              <a:rPr lang="vi-VN" sz="2200" dirty="0"/>
              <a:t>bản thiết kế chip NVIDIA tựu thành một công nghệ lõi khác. </a:t>
            </a:r>
            <a:r>
              <a:rPr lang="en-US" sz="2200" b="1" dirty="0" err="1" smtClean="0"/>
              <a:t>Lưu</a:t>
            </a:r>
            <a:r>
              <a:rPr lang="en-US" sz="2200" b="1" dirty="0" smtClean="0"/>
              <a:t> ý, m</a:t>
            </a:r>
            <a:r>
              <a:rPr lang="vi-VN" sz="2200" b="1" dirty="0" smtClean="0"/>
              <a:t>áy </a:t>
            </a:r>
            <a:r>
              <a:rPr lang="vi-VN" sz="2200" b="1" dirty="0"/>
              <a:t>quang khắc ASML được lắp ráp từ nhiều thiết bị cồng kềnh được sản xuất bởi những công ty ngoài công nghiệp chip - bán dẫn và NVIDIA hiện dùng phần mềm AI để thiết kế chip AI</a:t>
            </a:r>
            <a:r>
              <a:rPr lang="vi-VN" sz="2200" b="1" dirty="0" smtClean="0"/>
              <a:t>.</a:t>
            </a:r>
            <a:endParaRPr lang="en-US" sz="2200" b="1" dirty="0"/>
          </a:p>
        </p:txBody>
      </p:sp>
      <p:sp>
        <p:nvSpPr>
          <p:cNvPr id="4" name="Date Placeholder 3"/>
          <p:cNvSpPr>
            <a:spLocks noGrp="1"/>
          </p:cNvSpPr>
          <p:nvPr>
            <p:ph type="dt" sz="half" idx="10"/>
          </p:nvPr>
        </p:nvSpPr>
        <p:spPr/>
        <p:txBody>
          <a:bodyPr/>
          <a:lstStyle/>
          <a:p>
            <a:r>
              <a:rPr lang="en-US" smtClean="0"/>
              <a:t>5/23/2026</a:t>
            </a:r>
            <a:endParaRPr lang="en-US"/>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a:t>
            </a:fld>
            <a:endParaRPr lang="en-US"/>
          </a:p>
        </p:txBody>
      </p:sp>
    </p:spTree>
    <p:extLst>
      <p:ext uri="{BB962C8B-B14F-4D97-AF65-F5344CB8AC3E}">
        <p14:creationId xmlns:p14="http://schemas.microsoft.com/office/powerpoint/2010/main" val="2488270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pinnacle of academia, the spearhead of specialization</a:t>
            </a:r>
          </a:p>
        </p:txBody>
      </p:sp>
      <p:sp>
        <p:nvSpPr>
          <p:cNvPr id="3" name="Content Placeholder 2"/>
          <p:cNvSpPr>
            <a:spLocks noGrp="1"/>
          </p:cNvSpPr>
          <p:nvPr>
            <p:ph idx="1"/>
          </p:nvPr>
        </p:nvSpPr>
        <p:spPr>
          <a:xfrm>
            <a:off x="121920" y="914399"/>
            <a:ext cx="11927840" cy="5176066"/>
          </a:xfrm>
        </p:spPr>
        <p:txBody>
          <a:bodyPr>
            <a:normAutofit/>
          </a:bodyPr>
          <a:lstStyle/>
          <a:p>
            <a:r>
              <a:rPr lang="en-US" sz="2600" dirty="0"/>
              <a:t>The more specialized academia becomes, the more its spearhead focuses on </a:t>
            </a:r>
            <a:r>
              <a:rPr lang="en-US" sz="2600" dirty="0" smtClean="0"/>
              <a:t>“breaking </a:t>
            </a:r>
            <a:r>
              <a:rPr lang="en-US" sz="2600" dirty="0" smtClean="0"/>
              <a:t>everything”; </a:t>
            </a:r>
            <a:r>
              <a:rPr lang="en-US" sz="2600" dirty="0"/>
              <a:t>the higher it reaches toward the pinnacle, the more sophisticated it becomes</a:t>
            </a:r>
            <a:r>
              <a:rPr lang="en-US" sz="2600" dirty="0" smtClean="0"/>
              <a:t>.</a:t>
            </a:r>
          </a:p>
          <a:p>
            <a:r>
              <a:rPr lang="en-US" sz="2600" dirty="0"/>
              <a:t>Universal </a:t>
            </a:r>
            <a:r>
              <a:rPr lang="en-US" sz="2600" dirty="0" smtClean="0"/>
              <a:t>education </a:t>
            </a:r>
            <a:r>
              <a:rPr lang="en-US" sz="2600" dirty="0"/>
              <a:t>from university </a:t>
            </a:r>
            <a:r>
              <a:rPr lang="en-US" sz="2600" dirty="0" smtClean="0"/>
              <a:t>turns back popular </a:t>
            </a:r>
            <a:r>
              <a:rPr lang="en-US" sz="2600" dirty="0"/>
              <a:t>and </a:t>
            </a:r>
            <a:r>
              <a:rPr lang="en-US" sz="2600" dirty="0" smtClean="0"/>
              <a:t>public education; </a:t>
            </a:r>
            <a:r>
              <a:rPr lang="en-US" sz="2600" dirty="0"/>
              <a:t>the </a:t>
            </a:r>
            <a:r>
              <a:rPr lang="en-US" sz="2600" dirty="0" smtClean="0"/>
              <a:t>easier </a:t>
            </a:r>
            <a:r>
              <a:rPr lang="en-US" sz="2600" dirty="0"/>
              <a:t>it is to understand, the wiser it </a:t>
            </a:r>
            <a:r>
              <a:rPr lang="en-US" sz="2600" dirty="0" smtClean="0"/>
              <a:t>becomes. Such </a:t>
            </a:r>
            <a:r>
              <a:rPr lang="en-US" sz="2600" dirty="0"/>
              <a:t>are the precepts found in </a:t>
            </a:r>
            <a:r>
              <a:rPr lang="en-US" sz="2600" dirty="0" smtClean="0"/>
              <a:t>religions </a:t>
            </a:r>
            <a:r>
              <a:rPr lang="en-US" sz="2600" dirty="0"/>
              <a:t>and ethical systems</a:t>
            </a:r>
            <a:r>
              <a:rPr lang="en-US" sz="2600" dirty="0" smtClean="0"/>
              <a:t>.</a:t>
            </a:r>
          </a:p>
          <a:p>
            <a:r>
              <a:rPr lang="en-US" sz="2600" dirty="0"/>
              <a:t>It is impossible to assert which one is the </a:t>
            </a:r>
            <a:r>
              <a:rPr lang="en-US" sz="2600" dirty="0" smtClean="0"/>
              <a:t>foundation </a:t>
            </a:r>
            <a:r>
              <a:rPr lang="en-US" sz="2600" dirty="0"/>
              <a:t>because the academic spearhead self-shapes back into </a:t>
            </a:r>
            <a:r>
              <a:rPr lang="en-US" sz="2600" dirty="0" smtClean="0"/>
              <a:t>rationalistic </a:t>
            </a:r>
            <a:r>
              <a:rPr lang="en-US" sz="2600" dirty="0"/>
              <a:t>philosophy following a scientific </a:t>
            </a:r>
            <a:r>
              <a:rPr lang="en-US" sz="2600" dirty="0" smtClean="0"/>
              <a:t>spirit – akin </a:t>
            </a:r>
            <a:r>
              <a:rPr lang="en-US" sz="2600" dirty="0"/>
              <a:t>to reversing a well-drilling bit back into the ground, unleashing a flowing spring </a:t>
            </a:r>
            <a:r>
              <a:rPr lang="en-US" sz="2600" dirty="0" smtClean="0"/>
              <a:t>which is easily understandable just </a:t>
            </a:r>
            <a:r>
              <a:rPr lang="en-US" sz="2600" dirty="0"/>
              <a:t>like the precepts themselves</a:t>
            </a:r>
            <a:r>
              <a:rPr lang="en-US" sz="2600" dirty="0" smtClean="0"/>
              <a:t>. Perhaps </a:t>
            </a:r>
            <a:r>
              <a:rPr lang="en-US" sz="2600" dirty="0"/>
              <a:t>we </a:t>
            </a:r>
            <a:r>
              <a:rPr lang="en-US" sz="2600" dirty="0" smtClean="0"/>
              <a:t>also should </a:t>
            </a:r>
            <a:r>
              <a:rPr lang="en-US" sz="2600" dirty="0"/>
              <a:t>not pose this problem, since being easy to understand is simply a lucid way of expression, or something that can be expressed.</a:t>
            </a:r>
          </a:p>
        </p:txBody>
      </p:sp>
      <p:sp>
        <p:nvSpPr>
          <p:cNvPr id="4" name="Date Placeholder 3"/>
          <p:cNvSpPr>
            <a:spLocks noGrp="1"/>
          </p:cNvSpPr>
          <p:nvPr>
            <p:ph type="dt" sz="half" idx="10"/>
          </p:nvPr>
        </p:nvSpPr>
        <p:spPr/>
        <p:txBody>
          <a:bodyPr/>
          <a:lstStyle/>
          <a:p>
            <a:r>
              <a:rPr lang="en-US" smtClean="0"/>
              <a:t>5/23/2026</a:t>
            </a:r>
            <a:endParaRPr lang="en-US"/>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a:t>
            </a:fld>
            <a:endParaRPr lang="en-US"/>
          </a:p>
        </p:txBody>
      </p:sp>
    </p:spTree>
    <p:extLst>
      <p:ext uri="{BB962C8B-B14F-4D97-AF65-F5344CB8AC3E}">
        <p14:creationId xmlns:p14="http://schemas.microsoft.com/office/powerpoint/2010/main" val="3030962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Đỉnh</a:t>
            </a:r>
            <a:r>
              <a:rPr lang="en-US" dirty="0" smtClean="0"/>
              <a:t> </a:t>
            </a:r>
            <a:r>
              <a:rPr lang="en-US" dirty="0" err="1" smtClean="0"/>
              <a:t>cao</a:t>
            </a:r>
            <a:r>
              <a:rPr lang="en-US" dirty="0" smtClean="0"/>
              <a:t> </a:t>
            </a:r>
            <a:r>
              <a:rPr lang="en-US" dirty="0" err="1" smtClean="0"/>
              <a:t>học</a:t>
            </a:r>
            <a:r>
              <a:rPr lang="en-US" dirty="0" smtClean="0"/>
              <a:t> </a:t>
            </a:r>
            <a:r>
              <a:rPr lang="en-US" dirty="0" err="1" smtClean="0"/>
              <a:t>thuật</a:t>
            </a:r>
            <a:r>
              <a:rPr lang="en-US" dirty="0"/>
              <a:t>,</a:t>
            </a:r>
            <a:r>
              <a:rPr lang="en-US" dirty="0" smtClean="0"/>
              <a:t> </a:t>
            </a:r>
            <a:r>
              <a:rPr lang="en-US" dirty="0" err="1" smtClean="0"/>
              <a:t>mũi</a:t>
            </a:r>
            <a:r>
              <a:rPr lang="en-US" dirty="0" smtClean="0"/>
              <a:t> </a:t>
            </a:r>
            <a:r>
              <a:rPr lang="en-US" dirty="0" err="1" smtClean="0"/>
              <a:t>nhọn</a:t>
            </a:r>
            <a:r>
              <a:rPr lang="en-US" dirty="0" smtClean="0"/>
              <a:t> </a:t>
            </a:r>
            <a:r>
              <a:rPr lang="en-US" dirty="0" err="1" smtClean="0"/>
              <a:t>chuyên</a:t>
            </a:r>
            <a:r>
              <a:rPr lang="en-US" dirty="0" smtClean="0"/>
              <a:t> </a:t>
            </a:r>
            <a:r>
              <a:rPr lang="en-US" dirty="0" err="1" smtClean="0"/>
              <a:t>sâu</a:t>
            </a:r>
            <a:endParaRPr lang="en-US" dirty="0"/>
          </a:p>
        </p:txBody>
      </p:sp>
      <p:sp>
        <p:nvSpPr>
          <p:cNvPr id="3" name="Content Placeholder 2"/>
          <p:cNvSpPr>
            <a:spLocks noGrp="1"/>
          </p:cNvSpPr>
          <p:nvPr>
            <p:ph idx="1"/>
          </p:nvPr>
        </p:nvSpPr>
        <p:spPr>
          <a:xfrm>
            <a:off x="132080" y="914399"/>
            <a:ext cx="11897360" cy="5176066"/>
          </a:xfrm>
        </p:spPr>
        <p:txBody>
          <a:bodyPr/>
          <a:lstStyle/>
          <a:p>
            <a:r>
              <a:rPr lang="en-US" dirty="0" err="1" smtClean="0"/>
              <a:t>Học</a:t>
            </a:r>
            <a:r>
              <a:rPr lang="en-US" dirty="0" smtClean="0"/>
              <a:t> </a:t>
            </a:r>
            <a:r>
              <a:rPr lang="en-US" dirty="0" err="1" smtClean="0"/>
              <a:t>thuật</a:t>
            </a:r>
            <a:r>
              <a:rPr lang="en-US" dirty="0" smtClean="0"/>
              <a:t> </a:t>
            </a:r>
            <a:r>
              <a:rPr lang="en-US" dirty="0" err="1" smtClean="0"/>
              <a:t>càng</a:t>
            </a:r>
            <a:r>
              <a:rPr lang="en-US" dirty="0" smtClean="0"/>
              <a:t> </a:t>
            </a:r>
            <a:r>
              <a:rPr lang="en-US" dirty="0" err="1" smtClean="0"/>
              <a:t>chuyên</a:t>
            </a:r>
            <a:r>
              <a:rPr lang="en-US" dirty="0" smtClean="0"/>
              <a:t> </a:t>
            </a:r>
            <a:r>
              <a:rPr lang="en-US" dirty="0" err="1" smtClean="0"/>
              <a:t>sâu</a:t>
            </a:r>
            <a:r>
              <a:rPr lang="en-US" dirty="0" smtClean="0"/>
              <a:t> </a:t>
            </a:r>
            <a:r>
              <a:rPr lang="en-US" dirty="0" err="1" smtClean="0"/>
              <a:t>càng</a:t>
            </a:r>
            <a:r>
              <a:rPr lang="en-US" dirty="0" smtClean="0"/>
              <a:t> </a:t>
            </a:r>
            <a:r>
              <a:rPr lang="en-US" dirty="0" err="1" smtClean="0"/>
              <a:t>tập</a:t>
            </a:r>
            <a:r>
              <a:rPr lang="en-US" dirty="0" smtClean="0"/>
              <a:t> </a:t>
            </a:r>
            <a:r>
              <a:rPr lang="en-US" dirty="0" err="1" smtClean="0"/>
              <a:t>trung</a:t>
            </a:r>
            <a:r>
              <a:rPr lang="en-US" dirty="0" smtClean="0"/>
              <a:t> </a:t>
            </a:r>
            <a:r>
              <a:rPr lang="en-US" dirty="0" err="1" smtClean="0"/>
              <a:t>mũi</a:t>
            </a:r>
            <a:r>
              <a:rPr lang="en-US" dirty="0" smtClean="0"/>
              <a:t> </a:t>
            </a:r>
            <a:r>
              <a:rPr lang="en-US" dirty="0" err="1" smtClean="0"/>
              <a:t>nhọn</a:t>
            </a:r>
            <a:r>
              <a:rPr lang="en-US" dirty="0" smtClean="0"/>
              <a:t> “</a:t>
            </a:r>
            <a:r>
              <a:rPr lang="en-US" dirty="0" err="1" smtClean="0"/>
              <a:t>phá</a:t>
            </a:r>
            <a:r>
              <a:rPr lang="en-US" dirty="0" smtClean="0"/>
              <a:t> </a:t>
            </a:r>
            <a:r>
              <a:rPr lang="en-US" dirty="0" err="1" smtClean="0"/>
              <a:t>vỡ</a:t>
            </a:r>
            <a:r>
              <a:rPr lang="en-US" dirty="0" smtClean="0"/>
              <a:t> </a:t>
            </a:r>
            <a:r>
              <a:rPr lang="en-US" dirty="0" err="1" smtClean="0"/>
              <a:t>tất</a:t>
            </a:r>
            <a:r>
              <a:rPr lang="en-US" dirty="0" smtClean="0"/>
              <a:t> </a:t>
            </a:r>
            <a:r>
              <a:rPr lang="en-US" dirty="0" err="1" smtClean="0"/>
              <a:t>cả</a:t>
            </a:r>
            <a:r>
              <a:rPr lang="en-US" dirty="0" smtClean="0"/>
              <a:t> </a:t>
            </a:r>
            <a:r>
              <a:rPr lang="en-US" dirty="0" err="1" smtClean="0"/>
              <a:t>mọi</a:t>
            </a:r>
            <a:r>
              <a:rPr lang="en-US" dirty="0" smtClean="0"/>
              <a:t> </a:t>
            </a:r>
            <a:r>
              <a:rPr lang="en-US" dirty="0" err="1" smtClean="0"/>
              <a:t>thứ</a:t>
            </a:r>
            <a:r>
              <a:rPr lang="en-US" dirty="0" smtClean="0"/>
              <a:t>”, </a:t>
            </a:r>
            <a:r>
              <a:rPr lang="en-US" dirty="0" err="1" smtClean="0"/>
              <a:t>càng</a:t>
            </a:r>
            <a:r>
              <a:rPr lang="en-US" dirty="0" smtClean="0"/>
              <a:t> </a:t>
            </a:r>
            <a:r>
              <a:rPr lang="en-US" dirty="0" err="1" smtClean="0"/>
              <a:t>lên</a:t>
            </a:r>
            <a:r>
              <a:rPr lang="en-US" dirty="0" smtClean="0"/>
              <a:t> </a:t>
            </a:r>
            <a:r>
              <a:rPr lang="en-US" dirty="0" err="1" smtClean="0"/>
              <a:t>đỉnh</a:t>
            </a:r>
            <a:r>
              <a:rPr lang="en-US" dirty="0" smtClean="0"/>
              <a:t> </a:t>
            </a:r>
            <a:r>
              <a:rPr lang="en-US" dirty="0" err="1" smtClean="0"/>
              <a:t>cao</a:t>
            </a:r>
            <a:r>
              <a:rPr lang="en-US" dirty="0" smtClean="0"/>
              <a:t> </a:t>
            </a:r>
            <a:r>
              <a:rPr lang="en-US" dirty="0" err="1" smtClean="0"/>
              <a:t>càng</a:t>
            </a:r>
            <a:r>
              <a:rPr lang="en-US" dirty="0" smtClean="0"/>
              <a:t> </a:t>
            </a:r>
            <a:r>
              <a:rPr lang="en-US" dirty="0" err="1" smtClean="0"/>
              <a:t>tinh</a:t>
            </a:r>
            <a:r>
              <a:rPr lang="en-US" dirty="0" smtClean="0"/>
              <a:t> vi.</a:t>
            </a:r>
          </a:p>
          <a:p>
            <a:r>
              <a:rPr lang="en-US" dirty="0" err="1" smtClean="0"/>
              <a:t>Giáo</a:t>
            </a:r>
            <a:r>
              <a:rPr lang="en-US" dirty="0" smtClean="0"/>
              <a:t> </a:t>
            </a:r>
            <a:r>
              <a:rPr lang="en-US" dirty="0" err="1" smtClean="0"/>
              <a:t>dục</a:t>
            </a:r>
            <a:r>
              <a:rPr lang="en-US" dirty="0" smtClean="0"/>
              <a:t> </a:t>
            </a:r>
            <a:r>
              <a:rPr lang="en-US" dirty="0" err="1" smtClean="0"/>
              <a:t>phổ</a:t>
            </a:r>
            <a:r>
              <a:rPr lang="en-US" dirty="0" smtClean="0"/>
              <a:t> </a:t>
            </a:r>
            <a:r>
              <a:rPr lang="en-US" dirty="0" err="1" smtClean="0"/>
              <a:t>cập</a:t>
            </a:r>
            <a:r>
              <a:rPr lang="en-US" dirty="0" smtClean="0"/>
              <a:t> </a:t>
            </a:r>
            <a:r>
              <a:rPr lang="en-US" dirty="0" err="1" smtClean="0"/>
              <a:t>từ</a:t>
            </a:r>
            <a:r>
              <a:rPr lang="en-US" dirty="0" smtClean="0"/>
              <a:t> </a:t>
            </a:r>
            <a:r>
              <a:rPr lang="en-US" dirty="0" err="1" smtClean="0"/>
              <a:t>đại</a:t>
            </a:r>
            <a:r>
              <a:rPr lang="en-US" dirty="0" smtClean="0"/>
              <a:t> </a:t>
            </a:r>
            <a:r>
              <a:rPr lang="en-US" dirty="0" err="1" smtClean="0"/>
              <a:t>học</a:t>
            </a:r>
            <a:r>
              <a:rPr lang="en-US" dirty="0" smtClean="0"/>
              <a:t> </a:t>
            </a:r>
            <a:r>
              <a:rPr lang="en-US" dirty="0" err="1" smtClean="0"/>
              <a:t>trở</a:t>
            </a:r>
            <a:r>
              <a:rPr lang="en-US" dirty="0" smtClean="0"/>
              <a:t> </a:t>
            </a:r>
            <a:r>
              <a:rPr lang="en-US" dirty="0" err="1" smtClean="0"/>
              <a:t>lại</a:t>
            </a:r>
            <a:r>
              <a:rPr lang="en-US" dirty="0" smtClean="0"/>
              <a:t> </a:t>
            </a:r>
            <a:r>
              <a:rPr lang="en-US" dirty="0" err="1" smtClean="0"/>
              <a:t>phổ</a:t>
            </a:r>
            <a:r>
              <a:rPr lang="en-US" dirty="0" smtClean="0"/>
              <a:t> </a:t>
            </a:r>
            <a:r>
              <a:rPr lang="en-US" dirty="0" err="1" smtClean="0"/>
              <a:t>cập</a:t>
            </a:r>
            <a:r>
              <a:rPr lang="en-US" dirty="0" smtClean="0"/>
              <a:t> </a:t>
            </a:r>
            <a:r>
              <a:rPr lang="en-US" dirty="0" err="1" smtClean="0"/>
              <a:t>và</a:t>
            </a:r>
            <a:r>
              <a:rPr lang="en-US" dirty="0" smtClean="0"/>
              <a:t> </a:t>
            </a:r>
            <a:r>
              <a:rPr lang="en-US" dirty="0" err="1" smtClean="0"/>
              <a:t>đại</a:t>
            </a:r>
            <a:r>
              <a:rPr lang="en-US" dirty="0" smtClean="0"/>
              <a:t> </a:t>
            </a:r>
            <a:r>
              <a:rPr lang="en-US" dirty="0" err="1" smtClean="0"/>
              <a:t>chúng</a:t>
            </a:r>
            <a:r>
              <a:rPr lang="en-US" dirty="0" smtClean="0"/>
              <a:t>, </a:t>
            </a:r>
            <a:r>
              <a:rPr lang="en-US" dirty="0" err="1" smtClean="0"/>
              <a:t>càng</a:t>
            </a:r>
            <a:r>
              <a:rPr lang="en-US" dirty="0" smtClean="0"/>
              <a:t> </a:t>
            </a:r>
            <a:r>
              <a:rPr lang="en-US" dirty="0" err="1" smtClean="0"/>
              <a:t>dễ</a:t>
            </a:r>
            <a:r>
              <a:rPr lang="en-US" dirty="0" smtClean="0"/>
              <a:t> </a:t>
            </a:r>
            <a:r>
              <a:rPr lang="en-US" dirty="0" err="1" smtClean="0"/>
              <a:t>hiểu</a:t>
            </a:r>
            <a:r>
              <a:rPr lang="en-US" dirty="0" smtClean="0"/>
              <a:t> </a:t>
            </a:r>
            <a:r>
              <a:rPr lang="en-US" dirty="0" err="1" smtClean="0"/>
              <a:t>càng</a:t>
            </a:r>
            <a:r>
              <a:rPr lang="en-US" dirty="0" smtClean="0"/>
              <a:t> </a:t>
            </a:r>
            <a:r>
              <a:rPr lang="en-US" dirty="0" err="1" smtClean="0"/>
              <a:t>khôn</a:t>
            </a:r>
            <a:r>
              <a:rPr lang="en-US" dirty="0" smtClean="0"/>
              <a:t> </a:t>
            </a:r>
            <a:r>
              <a:rPr lang="en-US" dirty="0" err="1" smtClean="0"/>
              <a:t>ngoan</a:t>
            </a:r>
            <a:r>
              <a:rPr lang="en-US" dirty="0" smtClean="0"/>
              <a:t>, </a:t>
            </a:r>
            <a:r>
              <a:rPr lang="en-US" dirty="0" err="1" smtClean="0"/>
              <a:t>đó</a:t>
            </a:r>
            <a:r>
              <a:rPr lang="en-US" dirty="0" smtClean="0"/>
              <a:t> </a:t>
            </a:r>
            <a:r>
              <a:rPr lang="en-US" dirty="0" err="1" smtClean="0"/>
              <a:t>là</a:t>
            </a:r>
            <a:r>
              <a:rPr lang="en-US" dirty="0" smtClean="0"/>
              <a:t> </a:t>
            </a:r>
            <a:r>
              <a:rPr lang="en-US" dirty="0" err="1" smtClean="0"/>
              <a:t>những</a:t>
            </a:r>
            <a:r>
              <a:rPr lang="en-US" dirty="0" smtClean="0"/>
              <a:t> </a:t>
            </a:r>
            <a:r>
              <a:rPr lang="en-US" dirty="0" err="1" smtClean="0"/>
              <a:t>lời</a:t>
            </a:r>
            <a:r>
              <a:rPr lang="en-US" dirty="0" smtClean="0"/>
              <a:t> </a:t>
            </a:r>
            <a:r>
              <a:rPr lang="en-US" dirty="0" err="1" smtClean="0"/>
              <a:t>răn</a:t>
            </a:r>
            <a:r>
              <a:rPr lang="en-US" dirty="0" smtClean="0"/>
              <a:t> </a:t>
            </a:r>
            <a:r>
              <a:rPr lang="en-US" dirty="0" err="1" smtClean="0"/>
              <a:t>trong</a:t>
            </a:r>
            <a:r>
              <a:rPr lang="en-US" dirty="0" smtClean="0"/>
              <a:t> </a:t>
            </a:r>
            <a:r>
              <a:rPr lang="en-US" dirty="0" err="1" smtClean="0"/>
              <a:t>tôn</a:t>
            </a:r>
            <a:r>
              <a:rPr lang="en-US" dirty="0" smtClean="0"/>
              <a:t> </a:t>
            </a:r>
            <a:r>
              <a:rPr lang="en-US" dirty="0" err="1" smtClean="0"/>
              <a:t>giáo</a:t>
            </a:r>
            <a:r>
              <a:rPr lang="en-US" dirty="0"/>
              <a:t> </a:t>
            </a:r>
            <a:r>
              <a:rPr lang="en-US" dirty="0" err="1" smtClean="0"/>
              <a:t>và</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đạo</a:t>
            </a:r>
            <a:r>
              <a:rPr lang="en-US" dirty="0" smtClean="0"/>
              <a:t> </a:t>
            </a:r>
            <a:r>
              <a:rPr lang="en-US" dirty="0" err="1" smtClean="0"/>
              <a:t>đức</a:t>
            </a:r>
            <a:r>
              <a:rPr lang="en-US" dirty="0" smtClean="0"/>
              <a:t> </a:t>
            </a:r>
            <a:r>
              <a:rPr lang="en-US" dirty="0" err="1" smtClean="0"/>
              <a:t>học</a:t>
            </a:r>
            <a:r>
              <a:rPr lang="en-US" dirty="0" smtClean="0"/>
              <a:t>.</a:t>
            </a:r>
          </a:p>
          <a:p>
            <a:r>
              <a:rPr lang="en-US" dirty="0" err="1" smtClean="0"/>
              <a:t>Không</a:t>
            </a:r>
            <a:r>
              <a:rPr lang="en-US" dirty="0" smtClean="0"/>
              <a:t> </a:t>
            </a:r>
            <a:r>
              <a:rPr lang="en-US" dirty="0" err="1" smtClean="0"/>
              <a:t>thể</a:t>
            </a:r>
            <a:r>
              <a:rPr lang="en-US" dirty="0" smtClean="0"/>
              <a:t> </a:t>
            </a:r>
            <a:r>
              <a:rPr lang="en-US" dirty="0" err="1" smtClean="0"/>
              <a:t>khẳng</a:t>
            </a:r>
            <a:r>
              <a:rPr lang="en-US" dirty="0" smtClean="0"/>
              <a:t> </a:t>
            </a:r>
            <a:r>
              <a:rPr lang="en-US" dirty="0" err="1" smtClean="0"/>
              <a:t>định</a:t>
            </a:r>
            <a:r>
              <a:rPr lang="en-US" dirty="0" smtClean="0"/>
              <a:t> </a:t>
            </a:r>
            <a:r>
              <a:rPr lang="en-US" dirty="0" err="1" smtClean="0"/>
              <a:t>cái</a:t>
            </a:r>
            <a:r>
              <a:rPr lang="en-US" dirty="0" smtClean="0"/>
              <a:t> </a:t>
            </a:r>
            <a:r>
              <a:rPr lang="en-US" dirty="0" err="1" smtClean="0"/>
              <a:t>nào</a:t>
            </a:r>
            <a:r>
              <a:rPr lang="en-US" dirty="0" smtClean="0"/>
              <a:t> </a:t>
            </a:r>
            <a:r>
              <a:rPr lang="en-US" dirty="0" err="1" smtClean="0"/>
              <a:t>là</a:t>
            </a:r>
            <a:r>
              <a:rPr lang="en-US" dirty="0" smtClean="0"/>
              <a:t> </a:t>
            </a:r>
            <a:r>
              <a:rPr lang="en-US" dirty="0" err="1" smtClean="0"/>
              <a:t>nền</a:t>
            </a:r>
            <a:r>
              <a:rPr lang="en-US" dirty="0" smtClean="0"/>
              <a:t> </a:t>
            </a:r>
            <a:r>
              <a:rPr lang="en-US" dirty="0" err="1" smtClean="0"/>
              <a:t>tảng</a:t>
            </a:r>
            <a:r>
              <a:rPr lang="en-US" dirty="0" smtClean="0"/>
              <a:t> </a:t>
            </a:r>
            <a:r>
              <a:rPr lang="en-US" dirty="0" err="1" smtClean="0"/>
              <a:t>vì</a:t>
            </a:r>
            <a:r>
              <a:rPr lang="en-US" dirty="0" smtClean="0"/>
              <a:t> </a:t>
            </a:r>
            <a:r>
              <a:rPr lang="en-US" dirty="0" err="1" smtClean="0"/>
              <a:t>mũi</a:t>
            </a:r>
            <a:r>
              <a:rPr lang="en-US" dirty="0" smtClean="0"/>
              <a:t> </a:t>
            </a:r>
            <a:r>
              <a:rPr lang="en-US" dirty="0" err="1" smtClean="0"/>
              <a:t>nhọn</a:t>
            </a:r>
            <a:r>
              <a:rPr lang="en-US" dirty="0" smtClean="0"/>
              <a:t> </a:t>
            </a:r>
            <a:r>
              <a:rPr lang="en-US" dirty="0" err="1" smtClean="0"/>
              <a:t>học</a:t>
            </a:r>
            <a:r>
              <a:rPr lang="en-US" dirty="0" smtClean="0"/>
              <a:t> </a:t>
            </a:r>
            <a:r>
              <a:rPr lang="en-US" dirty="0" err="1" smtClean="0"/>
              <a:t>thuật</a:t>
            </a:r>
            <a:r>
              <a:rPr lang="en-US" dirty="0" smtClean="0"/>
              <a:t> </a:t>
            </a:r>
            <a:r>
              <a:rPr lang="en-US" dirty="0" err="1" smtClean="0"/>
              <a:t>tự</a:t>
            </a:r>
            <a:r>
              <a:rPr lang="en-US" dirty="0" smtClean="0"/>
              <a:t> </a:t>
            </a:r>
            <a:r>
              <a:rPr lang="en-US" dirty="0" err="1" smtClean="0"/>
              <a:t>định</a:t>
            </a:r>
            <a:r>
              <a:rPr lang="en-US" dirty="0" smtClean="0"/>
              <a:t> </a:t>
            </a:r>
            <a:r>
              <a:rPr lang="en-US" dirty="0" err="1" smtClean="0"/>
              <a:t>hình</a:t>
            </a:r>
            <a:r>
              <a:rPr lang="en-US" dirty="0" smtClean="0"/>
              <a:t> </a:t>
            </a:r>
            <a:r>
              <a:rPr lang="en-US" dirty="0" err="1" smtClean="0"/>
              <a:t>trở</a:t>
            </a:r>
            <a:r>
              <a:rPr lang="en-US" dirty="0" smtClean="0"/>
              <a:t> </a:t>
            </a:r>
            <a:r>
              <a:rPr lang="en-US" dirty="0" err="1" smtClean="0"/>
              <a:t>lại</a:t>
            </a:r>
            <a:r>
              <a:rPr lang="en-US" dirty="0" smtClean="0"/>
              <a:t> </a:t>
            </a:r>
            <a:r>
              <a:rPr lang="en-US" dirty="0" err="1" smtClean="0"/>
              <a:t>triết</a:t>
            </a:r>
            <a:r>
              <a:rPr lang="en-US" dirty="0" smtClean="0"/>
              <a:t> </a:t>
            </a:r>
            <a:r>
              <a:rPr lang="en-US" dirty="0" err="1" smtClean="0"/>
              <a:t>lý</a:t>
            </a:r>
            <a:r>
              <a:rPr lang="en-US" dirty="0" smtClean="0"/>
              <a:t> </a:t>
            </a:r>
            <a:r>
              <a:rPr lang="en-US" dirty="0" err="1" smtClean="0"/>
              <a:t>duy</a:t>
            </a:r>
            <a:r>
              <a:rPr lang="en-US" dirty="0" smtClean="0"/>
              <a:t> </a:t>
            </a:r>
            <a:r>
              <a:rPr lang="en-US" dirty="0" err="1" smtClean="0"/>
              <a:t>lý</a:t>
            </a:r>
            <a:r>
              <a:rPr lang="en-US" dirty="0" smtClean="0"/>
              <a:t> </a:t>
            </a:r>
            <a:r>
              <a:rPr lang="en-US" dirty="0" err="1" smtClean="0"/>
              <a:t>theo</a:t>
            </a:r>
            <a:r>
              <a:rPr lang="en-US" dirty="0" smtClean="0"/>
              <a:t> </a:t>
            </a:r>
            <a:r>
              <a:rPr lang="en-US" dirty="0" err="1" smtClean="0"/>
              <a:t>một</a:t>
            </a:r>
            <a:r>
              <a:rPr lang="en-US" dirty="0" smtClean="0"/>
              <a:t> </a:t>
            </a:r>
            <a:r>
              <a:rPr lang="en-US" dirty="0" err="1" smtClean="0"/>
              <a:t>tinh</a:t>
            </a:r>
            <a:r>
              <a:rPr lang="en-US" dirty="0" smtClean="0"/>
              <a:t> </a:t>
            </a:r>
            <a:r>
              <a:rPr lang="en-US" dirty="0" err="1" smtClean="0"/>
              <a:t>thần</a:t>
            </a:r>
            <a:r>
              <a:rPr lang="en-US" dirty="0" smtClean="0"/>
              <a:t> </a:t>
            </a:r>
            <a:r>
              <a:rPr lang="en-US" dirty="0" err="1" smtClean="0"/>
              <a:t>khoa</a:t>
            </a:r>
            <a:r>
              <a:rPr lang="en-US" dirty="0" smtClean="0"/>
              <a:t> </a:t>
            </a:r>
            <a:r>
              <a:rPr lang="en-US" dirty="0" err="1" smtClean="0"/>
              <a:t>học</a:t>
            </a:r>
            <a:r>
              <a:rPr lang="en-US" dirty="0" smtClean="0"/>
              <a:t> </a:t>
            </a:r>
            <a:r>
              <a:rPr lang="en-US" dirty="0" err="1" smtClean="0"/>
              <a:t>như</a:t>
            </a:r>
            <a:r>
              <a:rPr lang="en-US" dirty="0" smtClean="0"/>
              <a:t> </a:t>
            </a:r>
            <a:r>
              <a:rPr lang="en-US" dirty="0" err="1" smtClean="0"/>
              <a:t>xoay</a:t>
            </a:r>
            <a:r>
              <a:rPr lang="en-US" dirty="0" smtClean="0"/>
              <a:t> </a:t>
            </a:r>
            <a:r>
              <a:rPr lang="en-US" dirty="0" err="1" smtClean="0"/>
              <a:t>ngược</a:t>
            </a:r>
            <a:r>
              <a:rPr lang="en-US" dirty="0" smtClean="0"/>
              <a:t> </a:t>
            </a:r>
            <a:r>
              <a:rPr lang="en-US" dirty="0" err="1" smtClean="0"/>
              <a:t>mũi</a:t>
            </a:r>
            <a:r>
              <a:rPr lang="en-US" dirty="0" smtClean="0"/>
              <a:t> </a:t>
            </a:r>
            <a:r>
              <a:rPr lang="en-US" dirty="0" err="1" smtClean="0"/>
              <a:t>nhọn</a:t>
            </a:r>
            <a:r>
              <a:rPr lang="en-US" dirty="0" smtClean="0"/>
              <a:t> </a:t>
            </a:r>
            <a:r>
              <a:rPr lang="en-US" dirty="0" err="1" smtClean="0"/>
              <a:t>khoan</a:t>
            </a:r>
            <a:r>
              <a:rPr lang="en-US" dirty="0" smtClean="0"/>
              <a:t> </a:t>
            </a:r>
            <a:r>
              <a:rPr lang="en-US" dirty="0" err="1" smtClean="0"/>
              <a:t>giếng</a:t>
            </a:r>
            <a:r>
              <a:rPr lang="en-US" dirty="0" smtClean="0"/>
              <a:t> </a:t>
            </a:r>
            <a:r>
              <a:rPr lang="en-US" dirty="0" err="1" smtClean="0"/>
              <a:t>vào</a:t>
            </a:r>
            <a:r>
              <a:rPr lang="en-US" dirty="0" smtClean="0"/>
              <a:t> </a:t>
            </a:r>
            <a:r>
              <a:rPr lang="en-US" dirty="0" err="1" smtClean="0"/>
              <a:t>nền</a:t>
            </a:r>
            <a:r>
              <a:rPr lang="en-US" dirty="0" smtClean="0"/>
              <a:t> </a:t>
            </a:r>
            <a:r>
              <a:rPr lang="en-US" dirty="0" err="1" smtClean="0"/>
              <a:t>đất</a:t>
            </a:r>
            <a:r>
              <a:rPr lang="en-US" dirty="0" smtClean="0"/>
              <a:t>, </a:t>
            </a:r>
            <a:r>
              <a:rPr lang="en-US" dirty="0" err="1" smtClean="0"/>
              <a:t>tuôn</a:t>
            </a:r>
            <a:r>
              <a:rPr lang="en-US" dirty="0" smtClean="0"/>
              <a:t> </a:t>
            </a:r>
            <a:r>
              <a:rPr lang="en-US" dirty="0" err="1" smtClean="0"/>
              <a:t>chảy</a:t>
            </a:r>
            <a:r>
              <a:rPr lang="en-US" dirty="0" smtClean="0"/>
              <a:t> </a:t>
            </a:r>
            <a:r>
              <a:rPr lang="en-US" dirty="0" err="1" smtClean="0"/>
              <a:t>suối</a:t>
            </a:r>
            <a:r>
              <a:rPr lang="en-US" dirty="0" smtClean="0"/>
              <a:t> </a:t>
            </a:r>
            <a:r>
              <a:rPr lang="en-US" dirty="0" err="1" smtClean="0"/>
              <a:t>nguồn</a:t>
            </a:r>
            <a:r>
              <a:rPr lang="en-US" dirty="0" smtClean="0"/>
              <a:t> </a:t>
            </a:r>
            <a:r>
              <a:rPr lang="en-US" dirty="0" err="1" smtClean="0"/>
              <a:t>dễ</a:t>
            </a:r>
            <a:r>
              <a:rPr lang="en-US" dirty="0" smtClean="0"/>
              <a:t> </a:t>
            </a:r>
            <a:r>
              <a:rPr lang="en-US" dirty="0" err="1" smtClean="0"/>
              <a:t>hiểu</a:t>
            </a:r>
            <a:r>
              <a:rPr lang="en-US" dirty="0" smtClean="0"/>
              <a:t> </a:t>
            </a:r>
            <a:r>
              <a:rPr lang="en-US" dirty="0" err="1" smtClean="0"/>
              <a:t>như</a:t>
            </a:r>
            <a:r>
              <a:rPr lang="en-US" dirty="0" smtClean="0"/>
              <a:t> </a:t>
            </a:r>
            <a:r>
              <a:rPr lang="en-US" dirty="0" err="1" smtClean="0"/>
              <a:t>chính</a:t>
            </a:r>
            <a:r>
              <a:rPr lang="en-US" dirty="0" smtClean="0"/>
              <a:t> </a:t>
            </a:r>
            <a:r>
              <a:rPr lang="en-US" dirty="0" err="1" smtClean="0"/>
              <a:t>những</a:t>
            </a:r>
            <a:r>
              <a:rPr lang="en-US" dirty="0" smtClean="0"/>
              <a:t> </a:t>
            </a:r>
            <a:r>
              <a:rPr lang="en-US" dirty="0" err="1" smtClean="0"/>
              <a:t>lời</a:t>
            </a:r>
            <a:r>
              <a:rPr lang="en-US" dirty="0" smtClean="0"/>
              <a:t> </a:t>
            </a:r>
            <a:r>
              <a:rPr lang="en-US" dirty="0" err="1" smtClean="0"/>
              <a:t>răn</a:t>
            </a:r>
            <a:r>
              <a:rPr lang="en-US" dirty="0" smtClean="0"/>
              <a:t>. </a:t>
            </a:r>
            <a:r>
              <a:rPr lang="en-US" dirty="0" err="1" smtClean="0"/>
              <a:t>Có</a:t>
            </a:r>
            <a:r>
              <a:rPr lang="en-US" dirty="0" smtClean="0"/>
              <a:t> </a:t>
            </a:r>
            <a:r>
              <a:rPr lang="en-US" dirty="0" err="1" smtClean="0"/>
              <a:t>lẽ</a:t>
            </a:r>
            <a:r>
              <a:rPr lang="en-US" dirty="0" smtClean="0"/>
              <a:t> </a:t>
            </a:r>
            <a:r>
              <a:rPr lang="en-US" dirty="0" err="1" smtClean="0"/>
              <a:t>cũng</a:t>
            </a:r>
            <a:r>
              <a:rPr lang="en-US" dirty="0" smtClean="0"/>
              <a:t> </a:t>
            </a:r>
            <a:r>
              <a:rPr lang="en-US" dirty="0" err="1" smtClean="0"/>
              <a:t>đừng</a:t>
            </a:r>
            <a:r>
              <a:rPr lang="en-US" dirty="0" smtClean="0"/>
              <a:t> </a:t>
            </a:r>
            <a:r>
              <a:rPr lang="en-US" dirty="0" err="1" smtClean="0"/>
              <a:t>nên</a:t>
            </a:r>
            <a:r>
              <a:rPr lang="en-US" dirty="0" smtClean="0"/>
              <a:t> </a:t>
            </a:r>
            <a:r>
              <a:rPr lang="en-US" dirty="0" err="1" smtClean="0"/>
              <a:t>đặt</a:t>
            </a:r>
            <a:r>
              <a:rPr lang="en-US" dirty="0" smtClean="0"/>
              <a:t> </a:t>
            </a:r>
            <a:r>
              <a:rPr lang="en-US" dirty="0" err="1" smtClean="0"/>
              <a:t>vấn</a:t>
            </a:r>
            <a:r>
              <a:rPr lang="en-US" dirty="0" smtClean="0"/>
              <a:t> </a:t>
            </a:r>
            <a:r>
              <a:rPr lang="en-US" dirty="0" err="1" smtClean="0"/>
              <a:t>đề</a:t>
            </a:r>
            <a:r>
              <a:rPr lang="en-US" dirty="0" smtClean="0"/>
              <a:t> </a:t>
            </a:r>
            <a:r>
              <a:rPr lang="en-US" dirty="0" err="1" smtClean="0"/>
              <a:t>này</a:t>
            </a:r>
            <a:r>
              <a:rPr lang="en-US" dirty="0" smtClean="0"/>
              <a:t> </a:t>
            </a:r>
            <a:r>
              <a:rPr lang="en-US" dirty="0" err="1" smtClean="0"/>
              <a:t>vì</a:t>
            </a:r>
            <a:r>
              <a:rPr lang="en-US" dirty="0" smtClean="0"/>
              <a:t> </a:t>
            </a:r>
            <a:r>
              <a:rPr lang="en-US" dirty="0" err="1" smtClean="0"/>
              <a:t>dễ</a:t>
            </a:r>
            <a:r>
              <a:rPr lang="en-US" dirty="0" smtClean="0"/>
              <a:t> </a:t>
            </a:r>
            <a:r>
              <a:rPr lang="en-US" dirty="0" err="1" smtClean="0"/>
              <a:t>hiểu</a:t>
            </a:r>
            <a:r>
              <a:rPr lang="en-US" dirty="0" smtClean="0"/>
              <a:t> </a:t>
            </a:r>
            <a:r>
              <a:rPr lang="en-US" dirty="0" err="1" smtClean="0"/>
              <a:t>là</a:t>
            </a:r>
            <a:r>
              <a:rPr lang="en-US" dirty="0" smtClean="0"/>
              <a:t> </a:t>
            </a:r>
            <a:r>
              <a:rPr lang="en-US" dirty="0" err="1" smtClean="0"/>
              <a:t>cách</a:t>
            </a:r>
            <a:r>
              <a:rPr lang="en-US" dirty="0" smtClean="0"/>
              <a:t> </a:t>
            </a:r>
            <a:r>
              <a:rPr lang="en-US" dirty="0" err="1" smtClean="0"/>
              <a:t>diễn</a:t>
            </a:r>
            <a:r>
              <a:rPr lang="en-US" dirty="0" smtClean="0"/>
              <a:t> </a:t>
            </a:r>
            <a:r>
              <a:rPr lang="en-US" dirty="0" err="1" smtClean="0"/>
              <a:t>đạt</a:t>
            </a:r>
            <a:r>
              <a:rPr lang="en-US" dirty="0" smtClean="0"/>
              <a:t> </a:t>
            </a:r>
            <a:r>
              <a:rPr lang="en-US" dirty="0" err="1" smtClean="0"/>
              <a:t>khúc</a:t>
            </a:r>
            <a:r>
              <a:rPr lang="en-US" dirty="0" smtClean="0"/>
              <a:t> </a:t>
            </a:r>
            <a:r>
              <a:rPr lang="en-US" dirty="0" err="1" smtClean="0"/>
              <a:t>chiết</a:t>
            </a:r>
            <a:r>
              <a:rPr lang="en-US" dirty="0" smtClean="0"/>
              <a:t> </a:t>
            </a:r>
            <a:r>
              <a:rPr lang="en-US" dirty="0" err="1" smtClean="0"/>
              <a:t>hoặc</a:t>
            </a:r>
            <a:r>
              <a:rPr lang="en-US" dirty="0" smtClean="0"/>
              <a:t> </a:t>
            </a:r>
            <a:r>
              <a:rPr lang="en-US" dirty="0" err="1" smtClean="0"/>
              <a:t>có</a:t>
            </a:r>
            <a:r>
              <a:rPr lang="en-US" dirty="0" smtClean="0"/>
              <a:t> </a:t>
            </a:r>
            <a:r>
              <a:rPr lang="en-US" dirty="0" err="1" smtClean="0"/>
              <a:t>thể</a:t>
            </a:r>
            <a:r>
              <a:rPr lang="en-US" dirty="0" smtClean="0"/>
              <a:t> </a:t>
            </a:r>
            <a:r>
              <a:rPr lang="en-US" dirty="0" err="1" smtClean="0"/>
              <a:t>diễn</a:t>
            </a:r>
            <a:r>
              <a:rPr lang="en-US" dirty="0" smtClean="0"/>
              <a:t> </a:t>
            </a:r>
            <a:r>
              <a:rPr lang="en-US" dirty="0" err="1" smtClean="0"/>
              <a:t>đạt</a:t>
            </a:r>
            <a:r>
              <a:rPr lang="en-US" dirty="0" smtClean="0"/>
              <a:t> </a:t>
            </a:r>
            <a:r>
              <a:rPr lang="en-US" dirty="0" err="1" smtClean="0"/>
              <a:t>được</a:t>
            </a:r>
            <a:r>
              <a:rPr lang="en-US" dirty="0" smtClean="0"/>
              <a:t>.</a:t>
            </a:r>
            <a:endParaRPr lang="en-US" dirty="0"/>
          </a:p>
        </p:txBody>
      </p:sp>
      <p:sp>
        <p:nvSpPr>
          <p:cNvPr id="4" name="Date Placeholder 3"/>
          <p:cNvSpPr>
            <a:spLocks noGrp="1"/>
          </p:cNvSpPr>
          <p:nvPr>
            <p:ph type="dt" sz="half" idx="10"/>
          </p:nvPr>
        </p:nvSpPr>
        <p:spPr/>
        <p:txBody>
          <a:bodyPr/>
          <a:lstStyle/>
          <a:p>
            <a:r>
              <a:rPr lang="en-US" smtClean="0"/>
              <a:t>5/23/2026</a:t>
            </a:r>
            <a:endParaRPr lang="en-US"/>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a:t>
            </a:fld>
            <a:endParaRPr lang="en-US"/>
          </a:p>
        </p:txBody>
      </p:sp>
    </p:spTree>
    <p:extLst>
      <p:ext uri="{BB962C8B-B14F-4D97-AF65-F5344CB8AC3E}">
        <p14:creationId xmlns:p14="http://schemas.microsoft.com/office/powerpoint/2010/main" val="3020646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Diversity is </a:t>
            </a:r>
            <a:r>
              <a:rPr lang="en-US" dirty="0" smtClean="0"/>
              <a:t>real, </a:t>
            </a:r>
            <a:r>
              <a:rPr lang="en-US" dirty="0"/>
              <a:t>unity is an expectation</a:t>
            </a:r>
          </a:p>
        </p:txBody>
      </p:sp>
      <p:sp>
        <p:nvSpPr>
          <p:cNvPr id="3" name="Content Placeholder 2"/>
          <p:cNvSpPr>
            <a:spLocks noGrp="1"/>
          </p:cNvSpPr>
          <p:nvPr>
            <p:ph idx="1"/>
          </p:nvPr>
        </p:nvSpPr>
        <p:spPr>
          <a:xfrm>
            <a:off x="121920" y="914399"/>
            <a:ext cx="11897360" cy="5176066"/>
          </a:xfrm>
        </p:spPr>
        <p:txBody>
          <a:bodyPr>
            <a:noAutofit/>
          </a:bodyPr>
          <a:lstStyle/>
          <a:p>
            <a:r>
              <a:rPr lang="en-US" sz="2500" dirty="0"/>
              <a:t>An ASML lithography machine is assembled from numerous components, and you will not be able to trace all the diversity of this equipment chain, or such tracing would be </a:t>
            </a:r>
            <a:r>
              <a:rPr lang="en-US" sz="2500" dirty="0" smtClean="0"/>
              <a:t>meaningless. However</a:t>
            </a:r>
            <a:r>
              <a:rPr lang="en-US" sz="2500" dirty="0"/>
              <a:t>, the lithography machine is a reality, not an expectation</a:t>
            </a:r>
            <a:r>
              <a:rPr lang="en-US" sz="2500" dirty="0" smtClean="0"/>
              <a:t>. But </a:t>
            </a:r>
            <a:r>
              <a:rPr lang="en-US" sz="2500" dirty="0"/>
              <a:t>unifying all scientific and technical disciplines is an expectation; </a:t>
            </a:r>
            <a:r>
              <a:rPr lang="en-US" sz="2500" dirty="0" smtClean="0"/>
              <a:t>I </a:t>
            </a:r>
            <a:r>
              <a:rPr lang="en-US" sz="2500" dirty="0"/>
              <a:t>can only </a:t>
            </a:r>
            <a:r>
              <a:rPr lang="en-US" sz="2500" dirty="0" smtClean="0"/>
              <a:t>assume </a:t>
            </a:r>
            <a:r>
              <a:rPr lang="en-US" sz="2500" dirty="0"/>
              <a:t>it to be </a:t>
            </a:r>
            <a:r>
              <a:rPr lang="en-US" sz="2500" dirty="0" smtClean="0"/>
              <a:t>swarm </a:t>
            </a:r>
            <a:r>
              <a:rPr lang="en-US" sz="2500" dirty="0"/>
              <a:t>intelligence or </a:t>
            </a:r>
            <a:r>
              <a:rPr lang="en-US" sz="2500" dirty="0" smtClean="0"/>
              <a:t>be self-confident with </a:t>
            </a:r>
            <a:r>
              <a:rPr lang="en-US" sz="2500" dirty="0"/>
              <a:t>that explanation</a:t>
            </a:r>
            <a:r>
              <a:rPr lang="en-US" sz="2500" dirty="0" smtClean="0"/>
              <a:t>.</a:t>
            </a:r>
          </a:p>
          <a:p>
            <a:r>
              <a:rPr lang="en-US" sz="2500" dirty="0"/>
              <a:t>General education takes comprehensiveness and </a:t>
            </a:r>
            <a:r>
              <a:rPr lang="en-US" sz="2500" dirty="0" smtClean="0"/>
              <a:t>inclusiveness </a:t>
            </a:r>
            <a:r>
              <a:rPr lang="en-US" sz="2500" dirty="0"/>
              <a:t>as its baseline, with the expectation of being the foundation for the pinnacle of academia. The lithography machine is </a:t>
            </a:r>
            <a:r>
              <a:rPr lang="en-US" sz="2500" dirty="0" smtClean="0"/>
              <a:t>real and </a:t>
            </a:r>
            <a:r>
              <a:rPr lang="en-US" sz="2500" dirty="0"/>
              <a:t>now it is explained in another way because you have a goal</a:t>
            </a:r>
            <a:r>
              <a:rPr lang="en-US" sz="2500" dirty="0" smtClean="0"/>
              <a:t>.</a:t>
            </a:r>
          </a:p>
          <a:p>
            <a:r>
              <a:rPr lang="en-US" sz="2500" dirty="0"/>
              <a:t>Jesus </a:t>
            </a:r>
            <a:r>
              <a:rPr lang="en-US" sz="2500" dirty="0" smtClean="0"/>
              <a:t>God taught </a:t>
            </a:r>
            <a:r>
              <a:rPr lang="en-US" sz="2500" dirty="0"/>
              <a:t>that the lilies of the field do not labor hard, yet they are clothed in radiant beauty. Because each person is an emerging point within the totality of mankind, </a:t>
            </a:r>
            <a:r>
              <a:rPr lang="en-US" sz="2500" dirty="0" smtClean="0"/>
              <a:t>Protestants </a:t>
            </a:r>
            <a:r>
              <a:rPr lang="en-US" sz="2500" dirty="0"/>
              <a:t>live </a:t>
            </a:r>
            <a:r>
              <a:rPr lang="en-US" sz="2500" dirty="0" smtClean="0"/>
              <a:t>in the </a:t>
            </a:r>
            <a:r>
              <a:rPr lang="en-US" sz="2500" dirty="0"/>
              <a:t>diligent </a:t>
            </a:r>
            <a:r>
              <a:rPr lang="en-US" sz="2500" dirty="0" smtClean="0"/>
              <a:t>life conforming to Gospel</a:t>
            </a:r>
            <a:r>
              <a:rPr lang="en-US" sz="2500" dirty="0"/>
              <a:t>, accumulating capital that enriches the whole.</a:t>
            </a:r>
          </a:p>
        </p:txBody>
      </p:sp>
      <p:sp>
        <p:nvSpPr>
          <p:cNvPr id="4" name="Date Placeholder 3"/>
          <p:cNvSpPr>
            <a:spLocks noGrp="1"/>
          </p:cNvSpPr>
          <p:nvPr>
            <p:ph type="dt" sz="half" idx="10"/>
          </p:nvPr>
        </p:nvSpPr>
        <p:spPr/>
        <p:txBody>
          <a:bodyPr/>
          <a:lstStyle/>
          <a:p>
            <a:r>
              <a:rPr lang="en-US" smtClean="0"/>
              <a:t>5/23/2026</a:t>
            </a:r>
            <a:endParaRPr lang="en-US"/>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6</a:t>
            </a:fld>
            <a:endParaRPr lang="en-US"/>
          </a:p>
        </p:txBody>
      </p:sp>
    </p:spTree>
    <p:extLst>
      <p:ext uri="{BB962C8B-B14F-4D97-AF65-F5344CB8AC3E}">
        <p14:creationId xmlns:p14="http://schemas.microsoft.com/office/powerpoint/2010/main" val="3798549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Đa</a:t>
            </a:r>
            <a:r>
              <a:rPr lang="en-US" dirty="0" smtClean="0"/>
              <a:t> </a:t>
            </a:r>
            <a:r>
              <a:rPr lang="en-US" dirty="0" err="1" smtClean="0"/>
              <a:t>dạng</a:t>
            </a:r>
            <a:r>
              <a:rPr lang="en-US" dirty="0" smtClean="0"/>
              <a:t> </a:t>
            </a:r>
            <a:r>
              <a:rPr lang="en-US" dirty="0" err="1" smtClean="0"/>
              <a:t>là</a:t>
            </a:r>
            <a:r>
              <a:rPr lang="en-US" dirty="0" smtClean="0"/>
              <a:t> </a:t>
            </a:r>
            <a:r>
              <a:rPr lang="en-US" dirty="0" err="1" smtClean="0"/>
              <a:t>thực</a:t>
            </a:r>
            <a:r>
              <a:rPr lang="en-US" dirty="0" smtClean="0"/>
              <a:t>, </a:t>
            </a:r>
            <a:r>
              <a:rPr lang="en-US" dirty="0" err="1" smtClean="0"/>
              <a:t>thống</a:t>
            </a:r>
            <a:r>
              <a:rPr lang="en-US" dirty="0" smtClean="0"/>
              <a:t> </a:t>
            </a:r>
            <a:r>
              <a:rPr lang="en-US" dirty="0" err="1" smtClean="0"/>
              <a:t>nhất</a:t>
            </a:r>
            <a:r>
              <a:rPr lang="en-US" dirty="0" smtClean="0"/>
              <a:t> </a:t>
            </a:r>
            <a:r>
              <a:rPr lang="en-US" dirty="0" err="1" smtClean="0"/>
              <a:t>là</a:t>
            </a:r>
            <a:r>
              <a:rPr lang="en-US" dirty="0" smtClean="0"/>
              <a:t> </a:t>
            </a:r>
            <a:r>
              <a:rPr lang="en-US" dirty="0" err="1" smtClean="0"/>
              <a:t>kỳ</a:t>
            </a:r>
            <a:r>
              <a:rPr lang="en-US" dirty="0" smtClean="0"/>
              <a:t> </a:t>
            </a:r>
            <a:r>
              <a:rPr lang="en-US" dirty="0" err="1" smtClean="0"/>
              <a:t>vọng</a:t>
            </a:r>
            <a:endParaRPr lang="en-US" dirty="0"/>
          </a:p>
        </p:txBody>
      </p:sp>
      <p:sp>
        <p:nvSpPr>
          <p:cNvPr id="3" name="Content Placeholder 2"/>
          <p:cNvSpPr>
            <a:spLocks noGrp="1"/>
          </p:cNvSpPr>
          <p:nvPr>
            <p:ph idx="1"/>
          </p:nvPr>
        </p:nvSpPr>
        <p:spPr>
          <a:xfrm>
            <a:off x="132080" y="914399"/>
            <a:ext cx="11897360" cy="5176066"/>
          </a:xfrm>
        </p:spPr>
        <p:txBody>
          <a:bodyPr>
            <a:normAutofit/>
          </a:bodyPr>
          <a:lstStyle/>
          <a:p>
            <a:r>
              <a:rPr lang="vi-VN" sz="2600" dirty="0"/>
              <a:t>Máy quang khắc ASML được lắp ráp từ nhiều thiết </a:t>
            </a:r>
            <a:r>
              <a:rPr lang="vi-VN" sz="2600" dirty="0" smtClean="0"/>
              <a:t>bị</a:t>
            </a:r>
            <a:r>
              <a:rPr lang="en-US" sz="2600" dirty="0" smtClean="0"/>
              <a:t> </a:t>
            </a:r>
            <a:r>
              <a:rPr lang="en-US" sz="2600" dirty="0" err="1" smtClean="0"/>
              <a:t>và</a:t>
            </a:r>
            <a:r>
              <a:rPr lang="en-US" sz="2600" dirty="0" smtClean="0"/>
              <a:t> </a:t>
            </a:r>
            <a:r>
              <a:rPr lang="en-US" sz="2600" dirty="0" err="1" smtClean="0"/>
              <a:t>bạn</a:t>
            </a:r>
            <a:r>
              <a:rPr lang="en-US" sz="2600" dirty="0" smtClean="0"/>
              <a:t> </a:t>
            </a:r>
            <a:r>
              <a:rPr lang="en-US" sz="2600" dirty="0" err="1" smtClean="0"/>
              <a:t>sẽ</a:t>
            </a:r>
            <a:r>
              <a:rPr lang="en-US" sz="2600" dirty="0" smtClean="0"/>
              <a:t> </a:t>
            </a:r>
            <a:r>
              <a:rPr lang="en-US" sz="2600" dirty="0" err="1" smtClean="0"/>
              <a:t>không</a:t>
            </a:r>
            <a:r>
              <a:rPr lang="en-US" sz="2600" dirty="0" smtClean="0"/>
              <a:t> </a:t>
            </a:r>
            <a:r>
              <a:rPr lang="en-US" sz="2600" dirty="0" err="1" smtClean="0"/>
              <a:t>thể</a:t>
            </a:r>
            <a:r>
              <a:rPr lang="en-US" sz="2600" dirty="0" smtClean="0"/>
              <a:t> </a:t>
            </a:r>
            <a:r>
              <a:rPr lang="en-US" sz="2600" dirty="0" err="1" smtClean="0"/>
              <a:t>lần</a:t>
            </a:r>
            <a:r>
              <a:rPr lang="en-US" sz="2600" dirty="0" smtClean="0"/>
              <a:t> </a:t>
            </a:r>
            <a:r>
              <a:rPr lang="en-US" sz="2600" dirty="0" err="1" smtClean="0"/>
              <a:t>ra</a:t>
            </a:r>
            <a:r>
              <a:rPr lang="en-US" sz="2600" dirty="0" smtClean="0"/>
              <a:t> </a:t>
            </a:r>
            <a:r>
              <a:rPr lang="en-US" sz="2600" dirty="0" err="1" smtClean="0"/>
              <a:t>hết</a:t>
            </a:r>
            <a:r>
              <a:rPr lang="en-US" sz="2600" dirty="0" smtClean="0"/>
              <a:t> </a:t>
            </a:r>
            <a:r>
              <a:rPr lang="en-US" sz="2600" dirty="0" err="1" smtClean="0"/>
              <a:t>tính</a:t>
            </a:r>
            <a:r>
              <a:rPr lang="en-US" sz="2600" dirty="0" smtClean="0"/>
              <a:t> </a:t>
            </a:r>
            <a:r>
              <a:rPr lang="en-US" sz="2600" dirty="0" err="1" smtClean="0"/>
              <a:t>đa</a:t>
            </a:r>
            <a:r>
              <a:rPr lang="en-US" sz="2600" dirty="0" smtClean="0"/>
              <a:t> </a:t>
            </a:r>
            <a:r>
              <a:rPr lang="en-US" sz="2600" dirty="0" err="1" smtClean="0"/>
              <a:t>dạng</a:t>
            </a:r>
            <a:r>
              <a:rPr lang="en-US" sz="2600" dirty="0" smtClean="0"/>
              <a:t> </a:t>
            </a:r>
            <a:r>
              <a:rPr lang="en-US" sz="2600" dirty="0" err="1" smtClean="0"/>
              <a:t>của</a:t>
            </a:r>
            <a:r>
              <a:rPr lang="en-US" sz="2600" dirty="0" smtClean="0"/>
              <a:t> </a:t>
            </a:r>
            <a:r>
              <a:rPr lang="en-US" sz="2600" dirty="0" err="1" smtClean="0"/>
              <a:t>chuỗi</a:t>
            </a:r>
            <a:r>
              <a:rPr lang="en-US" sz="2600" dirty="0" smtClean="0"/>
              <a:t> </a:t>
            </a:r>
            <a:r>
              <a:rPr lang="en-US" sz="2600" dirty="0" err="1" smtClean="0"/>
              <a:t>thiết</a:t>
            </a:r>
            <a:r>
              <a:rPr lang="en-US" sz="2600" dirty="0" smtClean="0"/>
              <a:t> </a:t>
            </a:r>
            <a:r>
              <a:rPr lang="en-US" sz="2600" dirty="0" err="1" smtClean="0"/>
              <a:t>bị</a:t>
            </a:r>
            <a:r>
              <a:rPr lang="en-US" sz="2600" dirty="0" smtClean="0"/>
              <a:t> </a:t>
            </a:r>
            <a:r>
              <a:rPr lang="en-US" sz="2600" dirty="0" err="1" smtClean="0"/>
              <a:t>này</a:t>
            </a:r>
            <a:r>
              <a:rPr lang="en-US" sz="2600" dirty="0" smtClean="0"/>
              <a:t> </a:t>
            </a:r>
            <a:r>
              <a:rPr lang="en-US" sz="2600" dirty="0" err="1" smtClean="0"/>
              <a:t>hoặc</a:t>
            </a:r>
            <a:r>
              <a:rPr lang="en-US" sz="2600" dirty="0" smtClean="0"/>
              <a:t> </a:t>
            </a:r>
            <a:r>
              <a:rPr lang="en-US" sz="2600" dirty="0" err="1" smtClean="0"/>
              <a:t>sự</a:t>
            </a:r>
            <a:r>
              <a:rPr lang="en-US" sz="2600" dirty="0" smtClean="0"/>
              <a:t> </a:t>
            </a:r>
            <a:r>
              <a:rPr lang="en-US" sz="2600" dirty="0" err="1" smtClean="0"/>
              <a:t>truy</a:t>
            </a:r>
            <a:r>
              <a:rPr lang="en-US" sz="2600" dirty="0" smtClean="0"/>
              <a:t> </a:t>
            </a:r>
            <a:r>
              <a:rPr lang="en-US" sz="2600" dirty="0" err="1" smtClean="0"/>
              <a:t>vết</a:t>
            </a:r>
            <a:r>
              <a:rPr lang="en-US" sz="2600" dirty="0" smtClean="0"/>
              <a:t> </a:t>
            </a:r>
            <a:r>
              <a:rPr lang="en-US" sz="2600" dirty="0" err="1" smtClean="0"/>
              <a:t>đó</a:t>
            </a:r>
            <a:r>
              <a:rPr lang="en-US" sz="2600" dirty="0" smtClean="0"/>
              <a:t> </a:t>
            </a:r>
            <a:r>
              <a:rPr lang="en-US" sz="2600" dirty="0" err="1" smtClean="0"/>
              <a:t>vô</a:t>
            </a:r>
            <a:r>
              <a:rPr lang="en-US" sz="2600" dirty="0" smtClean="0"/>
              <a:t> </a:t>
            </a:r>
            <a:r>
              <a:rPr lang="en-US" sz="2600" dirty="0" err="1" smtClean="0"/>
              <a:t>nghĩa</a:t>
            </a:r>
            <a:r>
              <a:rPr lang="en-US" sz="2600" dirty="0" smtClean="0"/>
              <a:t>, </a:t>
            </a:r>
            <a:r>
              <a:rPr lang="en-US" sz="2600" dirty="0" err="1" smtClean="0"/>
              <a:t>nhưng</a:t>
            </a:r>
            <a:r>
              <a:rPr lang="en-US" sz="2600" dirty="0" smtClean="0"/>
              <a:t> </a:t>
            </a:r>
            <a:r>
              <a:rPr lang="en-US" sz="2600" dirty="0" err="1" smtClean="0"/>
              <a:t>máy</a:t>
            </a:r>
            <a:r>
              <a:rPr lang="en-US" sz="2600" dirty="0" smtClean="0"/>
              <a:t> </a:t>
            </a:r>
            <a:r>
              <a:rPr lang="en-US" sz="2600" dirty="0" err="1" smtClean="0"/>
              <a:t>quang</a:t>
            </a:r>
            <a:r>
              <a:rPr lang="en-US" sz="2600" dirty="0" smtClean="0"/>
              <a:t> </a:t>
            </a:r>
            <a:r>
              <a:rPr lang="en-US" sz="2600" dirty="0" err="1" smtClean="0"/>
              <a:t>khắc</a:t>
            </a:r>
            <a:r>
              <a:rPr lang="en-US" sz="2600" dirty="0" smtClean="0"/>
              <a:t> </a:t>
            </a:r>
            <a:r>
              <a:rPr lang="en-US" sz="2600" dirty="0" err="1" smtClean="0"/>
              <a:t>là</a:t>
            </a:r>
            <a:r>
              <a:rPr lang="en-US" sz="2600" dirty="0" smtClean="0"/>
              <a:t> </a:t>
            </a:r>
            <a:r>
              <a:rPr lang="en-US" sz="2600" dirty="0" err="1" smtClean="0"/>
              <a:t>thực</a:t>
            </a:r>
            <a:r>
              <a:rPr lang="en-US" sz="2600" dirty="0" smtClean="0"/>
              <a:t>, </a:t>
            </a:r>
            <a:r>
              <a:rPr lang="en-US" sz="2600" dirty="0" err="1" smtClean="0"/>
              <a:t>không</a:t>
            </a:r>
            <a:r>
              <a:rPr lang="en-US" sz="2600" dirty="0" smtClean="0"/>
              <a:t> </a:t>
            </a:r>
            <a:r>
              <a:rPr lang="en-US" sz="2600" dirty="0" err="1" smtClean="0"/>
              <a:t>phải</a:t>
            </a:r>
            <a:r>
              <a:rPr lang="en-US" sz="2600" dirty="0" smtClean="0"/>
              <a:t> </a:t>
            </a:r>
            <a:r>
              <a:rPr lang="en-US" sz="2600" dirty="0" err="1" smtClean="0"/>
              <a:t>kỳ</a:t>
            </a:r>
            <a:r>
              <a:rPr lang="en-US" sz="2600" dirty="0" smtClean="0"/>
              <a:t> </a:t>
            </a:r>
            <a:r>
              <a:rPr lang="en-US" sz="2600" dirty="0" err="1" smtClean="0"/>
              <a:t>vọng</a:t>
            </a:r>
            <a:r>
              <a:rPr lang="en-US" sz="2600" dirty="0" smtClean="0"/>
              <a:t>. </a:t>
            </a:r>
            <a:r>
              <a:rPr lang="en-US" sz="2600" dirty="0" err="1" smtClean="0"/>
              <a:t>Nhưng</a:t>
            </a:r>
            <a:r>
              <a:rPr lang="en-US" sz="2600" dirty="0" smtClean="0"/>
              <a:t> </a:t>
            </a:r>
            <a:r>
              <a:rPr lang="en-US" sz="2600" dirty="0" err="1" smtClean="0"/>
              <a:t>thống</a:t>
            </a:r>
            <a:r>
              <a:rPr lang="en-US" sz="2600" dirty="0" smtClean="0"/>
              <a:t> </a:t>
            </a:r>
            <a:r>
              <a:rPr lang="en-US" sz="2600" dirty="0" err="1" smtClean="0"/>
              <a:t>nhất</a:t>
            </a:r>
            <a:r>
              <a:rPr lang="en-US" sz="2600" dirty="0" smtClean="0"/>
              <a:t> </a:t>
            </a:r>
            <a:r>
              <a:rPr lang="en-US" sz="2600" dirty="0" err="1" smtClean="0"/>
              <a:t>tất</a:t>
            </a:r>
            <a:r>
              <a:rPr lang="en-US" sz="2600" dirty="0" smtClean="0"/>
              <a:t> </a:t>
            </a:r>
            <a:r>
              <a:rPr lang="en-US" sz="2600" dirty="0" err="1" smtClean="0"/>
              <a:t>cả</a:t>
            </a:r>
            <a:r>
              <a:rPr lang="en-US" sz="2600" dirty="0" smtClean="0"/>
              <a:t> </a:t>
            </a:r>
            <a:r>
              <a:rPr lang="en-US" sz="2600" dirty="0" err="1" smtClean="0"/>
              <a:t>ngành</a:t>
            </a:r>
            <a:r>
              <a:rPr lang="en-US" sz="2600" dirty="0" smtClean="0"/>
              <a:t> </a:t>
            </a:r>
            <a:r>
              <a:rPr lang="en-US" sz="2600" dirty="0" err="1" smtClean="0"/>
              <a:t>khoa</a:t>
            </a:r>
            <a:r>
              <a:rPr lang="en-US" sz="2600" dirty="0" smtClean="0"/>
              <a:t> </a:t>
            </a:r>
            <a:r>
              <a:rPr lang="en-US" sz="2600" dirty="0" err="1" smtClean="0"/>
              <a:t>học</a:t>
            </a:r>
            <a:r>
              <a:rPr lang="en-US" sz="2600" dirty="0" smtClean="0"/>
              <a:t> </a:t>
            </a:r>
            <a:r>
              <a:rPr lang="en-US" sz="2600" dirty="0" err="1" smtClean="0"/>
              <a:t>kỹ</a:t>
            </a:r>
            <a:r>
              <a:rPr lang="en-US" sz="2600" dirty="0" smtClean="0"/>
              <a:t> </a:t>
            </a:r>
            <a:r>
              <a:rPr lang="en-US" sz="2600" dirty="0" err="1" smtClean="0"/>
              <a:t>thuật</a:t>
            </a:r>
            <a:r>
              <a:rPr lang="en-US" sz="2600" dirty="0" smtClean="0"/>
              <a:t> </a:t>
            </a:r>
            <a:r>
              <a:rPr lang="en-US" sz="2600" dirty="0" err="1" smtClean="0"/>
              <a:t>là</a:t>
            </a:r>
            <a:r>
              <a:rPr lang="en-US" sz="2600" dirty="0" smtClean="0"/>
              <a:t> </a:t>
            </a:r>
            <a:r>
              <a:rPr lang="en-US" sz="2600" dirty="0" err="1" smtClean="0"/>
              <a:t>kỳ</a:t>
            </a:r>
            <a:r>
              <a:rPr lang="en-US" sz="2600" dirty="0" smtClean="0"/>
              <a:t> </a:t>
            </a:r>
            <a:r>
              <a:rPr lang="en-US" sz="2600" dirty="0" err="1" smtClean="0"/>
              <a:t>vọng</a:t>
            </a:r>
            <a:r>
              <a:rPr lang="en-US" sz="2600" dirty="0" smtClean="0"/>
              <a:t>, </a:t>
            </a:r>
            <a:r>
              <a:rPr lang="en-US" sz="2600" dirty="0" smtClean="0"/>
              <a:t>ta </a:t>
            </a:r>
            <a:r>
              <a:rPr lang="en-US" sz="2600" dirty="0" err="1" smtClean="0"/>
              <a:t>chỉ</a:t>
            </a:r>
            <a:r>
              <a:rPr lang="en-US" sz="2600" dirty="0" smtClean="0"/>
              <a:t> </a:t>
            </a:r>
            <a:r>
              <a:rPr lang="en-US" sz="2600" dirty="0" err="1" smtClean="0"/>
              <a:t>có</a:t>
            </a:r>
            <a:r>
              <a:rPr lang="en-US" sz="2600" dirty="0" smtClean="0"/>
              <a:t> </a:t>
            </a:r>
            <a:r>
              <a:rPr lang="en-US" sz="2600" dirty="0" err="1" smtClean="0"/>
              <a:t>thể</a:t>
            </a:r>
            <a:r>
              <a:rPr lang="en-US" sz="2600" dirty="0" smtClean="0"/>
              <a:t> </a:t>
            </a:r>
            <a:r>
              <a:rPr lang="en-US" sz="2600" dirty="0" err="1" smtClean="0"/>
              <a:t>giả</a:t>
            </a:r>
            <a:r>
              <a:rPr lang="en-US" sz="2600" dirty="0" smtClean="0"/>
              <a:t> </a:t>
            </a:r>
            <a:r>
              <a:rPr lang="en-US" sz="2600" dirty="0" err="1" smtClean="0"/>
              <a:t>định</a:t>
            </a:r>
            <a:r>
              <a:rPr lang="en-US" sz="2600" dirty="0" smtClean="0"/>
              <a:t> </a:t>
            </a:r>
            <a:r>
              <a:rPr lang="en-US" sz="2600" dirty="0" err="1" smtClean="0"/>
              <a:t>rằng</a:t>
            </a:r>
            <a:r>
              <a:rPr lang="en-US" sz="2600" dirty="0" smtClean="0"/>
              <a:t> </a:t>
            </a:r>
            <a:r>
              <a:rPr lang="en-US" sz="2600" dirty="0" err="1" smtClean="0"/>
              <a:t>đó</a:t>
            </a:r>
            <a:r>
              <a:rPr lang="en-US" sz="2600" dirty="0" smtClean="0"/>
              <a:t> </a:t>
            </a:r>
            <a:r>
              <a:rPr lang="en-US" sz="2600" dirty="0" err="1" smtClean="0"/>
              <a:t>là</a:t>
            </a:r>
            <a:r>
              <a:rPr lang="en-US" sz="2600" dirty="0" smtClean="0"/>
              <a:t> </a:t>
            </a:r>
            <a:r>
              <a:rPr lang="en-US" sz="2600" dirty="0" err="1" smtClean="0"/>
              <a:t>trí</a:t>
            </a:r>
            <a:r>
              <a:rPr lang="en-US" sz="2600" dirty="0" smtClean="0"/>
              <a:t> </a:t>
            </a:r>
            <a:r>
              <a:rPr lang="en-US" sz="2600" dirty="0" err="1" smtClean="0"/>
              <a:t>tuệ</a:t>
            </a:r>
            <a:r>
              <a:rPr lang="en-US" sz="2600" dirty="0" smtClean="0"/>
              <a:t> </a:t>
            </a:r>
            <a:r>
              <a:rPr lang="en-US" sz="2600" dirty="0" err="1" smtClean="0"/>
              <a:t>đám</a:t>
            </a:r>
            <a:r>
              <a:rPr lang="en-US" sz="2600" dirty="0" smtClean="0"/>
              <a:t> </a:t>
            </a:r>
            <a:r>
              <a:rPr lang="en-US" sz="2600" dirty="0" err="1" smtClean="0"/>
              <a:t>đông</a:t>
            </a:r>
            <a:r>
              <a:rPr lang="en-US" sz="2600" dirty="0" smtClean="0"/>
              <a:t> </a:t>
            </a:r>
            <a:r>
              <a:rPr lang="en-US" sz="2600" dirty="0" err="1" smtClean="0"/>
              <a:t>hoặc</a:t>
            </a:r>
            <a:r>
              <a:rPr lang="en-US" sz="2600" dirty="0" smtClean="0"/>
              <a:t> </a:t>
            </a:r>
            <a:r>
              <a:rPr lang="en-US" sz="2600" dirty="0" err="1" smtClean="0"/>
              <a:t>tự</a:t>
            </a:r>
            <a:r>
              <a:rPr lang="en-US" sz="2600" dirty="0" smtClean="0"/>
              <a:t> tin </a:t>
            </a:r>
            <a:r>
              <a:rPr lang="en-US" sz="2600" dirty="0" err="1" smtClean="0"/>
              <a:t>với</a:t>
            </a:r>
            <a:r>
              <a:rPr lang="en-US" sz="2600" dirty="0" smtClean="0"/>
              <a:t> </a:t>
            </a:r>
            <a:r>
              <a:rPr lang="en-US" sz="2600" dirty="0" err="1" smtClean="0"/>
              <a:t>lý</a:t>
            </a:r>
            <a:r>
              <a:rPr lang="en-US" sz="2600" dirty="0" smtClean="0"/>
              <a:t> </a:t>
            </a:r>
            <a:r>
              <a:rPr lang="en-US" sz="2600" dirty="0" err="1" smtClean="0"/>
              <a:t>giải</a:t>
            </a:r>
            <a:r>
              <a:rPr lang="en-US" sz="2600" dirty="0" smtClean="0"/>
              <a:t> </a:t>
            </a:r>
            <a:r>
              <a:rPr lang="en-US" sz="2600" dirty="0" err="1" smtClean="0"/>
              <a:t>đó</a:t>
            </a:r>
            <a:r>
              <a:rPr lang="en-US" sz="2600" dirty="0" smtClean="0"/>
              <a:t>.</a:t>
            </a:r>
          </a:p>
          <a:p>
            <a:r>
              <a:rPr lang="en-US" sz="2600" dirty="0" err="1" smtClean="0"/>
              <a:t>Nền</a:t>
            </a:r>
            <a:r>
              <a:rPr lang="en-US" sz="2600" dirty="0" smtClean="0"/>
              <a:t> </a:t>
            </a:r>
            <a:r>
              <a:rPr lang="en-US" sz="2600" dirty="0" err="1" smtClean="0"/>
              <a:t>giáo</a:t>
            </a:r>
            <a:r>
              <a:rPr lang="en-US" sz="2600" dirty="0" smtClean="0"/>
              <a:t> </a:t>
            </a:r>
            <a:r>
              <a:rPr lang="en-US" sz="2600" dirty="0" err="1" smtClean="0"/>
              <a:t>dục</a:t>
            </a:r>
            <a:r>
              <a:rPr lang="en-US" sz="2600" dirty="0" smtClean="0"/>
              <a:t> </a:t>
            </a:r>
            <a:r>
              <a:rPr lang="en-US" sz="2600" dirty="0" err="1" smtClean="0"/>
              <a:t>phổ</a:t>
            </a:r>
            <a:r>
              <a:rPr lang="en-US" sz="2600" dirty="0" smtClean="0"/>
              <a:t> </a:t>
            </a:r>
            <a:r>
              <a:rPr lang="en-US" sz="2600" dirty="0" err="1" smtClean="0"/>
              <a:t>thông</a:t>
            </a:r>
            <a:r>
              <a:rPr lang="en-US" sz="2600" dirty="0" smtClean="0"/>
              <a:t> </a:t>
            </a:r>
            <a:r>
              <a:rPr lang="en-US" sz="2600" dirty="0" err="1" smtClean="0"/>
              <a:t>lấy</a:t>
            </a:r>
            <a:r>
              <a:rPr lang="en-US" sz="2600" dirty="0" smtClean="0"/>
              <a:t> </a:t>
            </a:r>
            <a:r>
              <a:rPr lang="en-US" sz="2600" dirty="0" err="1" smtClean="0"/>
              <a:t>toàn</a:t>
            </a:r>
            <a:r>
              <a:rPr lang="en-US" sz="2600" dirty="0" smtClean="0"/>
              <a:t> </a:t>
            </a:r>
            <a:r>
              <a:rPr lang="en-US" sz="2600" dirty="0" err="1" smtClean="0"/>
              <a:t>diện</a:t>
            </a:r>
            <a:r>
              <a:rPr lang="en-US" sz="2600" dirty="0" smtClean="0"/>
              <a:t> </a:t>
            </a:r>
            <a:r>
              <a:rPr lang="en-US" sz="2600" dirty="0" err="1" smtClean="0"/>
              <a:t>và</a:t>
            </a:r>
            <a:r>
              <a:rPr lang="en-US" sz="2600" dirty="0" smtClean="0"/>
              <a:t> </a:t>
            </a:r>
            <a:r>
              <a:rPr lang="en-US" sz="2600" dirty="0" err="1" smtClean="0"/>
              <a:t>không</a:t>
            </a:r>
            <a:r>
              <a:rPr lang="en-US" sz="2600" dirty="0" smtClean="0"/>
              <a:t> </a:t>
            </a:r>
            <a:r>
              <a:rPr lang="en-US" sz="2600" dirty="0" err="1" smtClean="0"/>
              <a:t>phân</a:t>
            </a:r>
            <a:r>
              <a:rPr lang="en-US" sz="2600" dirty="0" smtClean="0"/>
              <a:t> </a:t>
            </a:r>
            <a:r>
              <a:rPr lang="en-US" sz="2600" dirty="0" err="1" smtClean="0"/>
              <a:t>biệt</a:t>
            </a:r>
            <a:r>
              <a:rPr lang="en-US" sz="2600" dirty="0" smtClean="0"/>
              <a:t> </a:t>
            </a:r>
            <a:r>
              <a:rPr lang="en-US" sz="2600" dirty="0" err="1" smtClean="0"/>
              <a:t>làm</a:t>
            </a:r>
            <a:r>
              <a:rPr lang="en-US" sz="2600" dirty="0" smtClean="0"/>
              <a:t> </a:t>
            </a:r>
            <a:r>
              <a:rPr lang="en-US" sz="2600" dirty="0" err="1" smtClean="0"/>
              <a:t>căn</a:t>
            </a:r>
            <a:r>
              <a:rPr lang="en-US" sz="2600" dirty="0" smtClean="0"/>
              <a:t> </a:t>
            </a:r>
            <a:r>
              <a:rPr lang="en-US" sz="2600" dirty="0" err="1" smtClean="0"/>
              <a:t>bản</a:t>
            </a:r>
            <a:r>
              <a:rPr lang="en-US" sz="2600" dirty="0" smtClean="0"/>
              <a:t> </a:t>
            </a:r>
            <a:r>
              <a:rPr lang="en-US" sz="2600" dirty="0" err="1" smtClean="0"/>
              <a:t>với</a:t>
            </a:r>
            <a:r>
              <a:rPr lang="en-US" sz="2600" dirty="0" smtClean="0"/>
              <a:t> </a:t>
            </a:r>
            <a:r>
              <a:rPr lang="en-US" sz="2600" dirty="0" err="1" smtClean="0"/>
              <a:t>kỳ</a:t>
            </a:r>
            <a:r>
              <a:rPr lang="en-US" sz="2600" dirty="0" smtClean="0"/>
              <a:t> </a:t>
            </a:r>
            <a:r>
              <a:rPr lang="en-US" sz="2600" dirty="0" err="1" smtClean="0"/>
              <a:t>vọng</a:t>
            </a:r>
            <a:r>
              <a:rPr lang="en-US" sz="2600" dirty="0" smtClean="0"/>
              <a:t> </a:t>
            </a:r>
            <a:r>
              <a:rPr lang="en-US" sz="2600" dirty="0" err="1" smtClean="0"/>
              <a:t>là</a:t>
            </a:r>
            <a:r>
              <a:rPr lang="en-US" sz="2600" dirty="0" smtClean="0"/>
              <a:t> </a:t>
            </a:r>
            <a:r>
              <a:rPr lang="en-US" sz="2600" dirty="0" err="1" smtClean="0"/>
              <a:t>nền</a:t>
            </a:r>
            <a:r>
              <a:rPr lang="en-US" sz="2600" dirty="0" smtClean="0"/>
              <a:t> </a:t>
            </a:r>
            <a:r>
              <a:rPr lang="en-US" sz="2600" dirty="0" err="1" smtClean="0"/>
              <a:t>tảng</a:t>
            </a:r>
            <a:r>
              <a:rPr lang="en-US" sz="2600" dirty="0" smtClean="0"/>
              <a:t> </a:t>
            </a:r>
            <a:r>
              <a:rPr lang="en-US" sz="2600" dirty="0" err="1" smtClean="0"/>
              <a:t>của</a:t>
            </a:r>
            <a:r>
              <a:rPr lang="en-US" sz="2600" dirty="0" smtClean="0"/>
              <a:t> </a:t>
            </a:r>
            <a:r>
              <a:rPr lang="en-US" sz="2600" dirty="0" err="1" smtClean="0"/>
              <a:t>đỉnh</a:t>
            </a:r>
            <a:r>
              <a:rPr lang="en-US" sz="2600" dirty="0" smtClean="0"/>
              <a:t> </a:t>
            </a:r>
            <a:r>
              <a:rPr lang="en-US" sz="2600" dirty="0" err="1" smtClean="0"/>
              <a:t>cao</a:t>
            </a:r>
            <a:r>
              <a:rPr lang="en-US" sz="2600" dirty="0" smtClean="0"/>
              <a:t> </a:t>
            </a:r>
            <a:r>
              <a:rPr lang="en-US" sz="2600" dirty="0" err="1" smtClean="0"/>
              <a:t>học</a:t>
            </a:r>
            <a:r>
              <a:rPr lang="en-US" sz="2600" dirty="0" smtClean="0"/>
              <a:t> </a:t>
            </a:r>
            <a:r>
              <a:rPr lang="en-US" sz="2600" dirty="0" err="1" smtClean="0"/>
              <a:t>thuật</a:t>
            </a:r>
            <a:r>
              <a:rPr lang="en-US" sz="2600" dirty="0" smtClean="0"/>
              <a:t>. </a:t>
            </a:r>
            <a:r>
              <a:rPr lang="en-US" sz="2600" dirty="0" err="1" smtClean="0"/>
              <a:t>Máy</a:t>
            </a:r>
            <a:r>
              <a:rPr lang="en-US" sz="2600" dirty="0" smtClean="0"/>
              <a:t> </a:t>
            </a:r>
            <a:r>
              <a:rPr lang="en-US" sz="2600" dirty="0" err="1" smtClean="0"/>
              <a:t>quang</a:t>
            </a:r>
            <a:r>
              <a:rPr lang="en-US" sz="2600" dirty="0" smtClean="0"/>
              <a:t> </a:t>
            </a:r>
            <a:r>
              <a:rPr lang="en-US" sz="2600" dirty="0" err="1" smtClean="0"/>
              <a:t>khắc</a:t>
            </a:r>
            <a:r>
              <a:rPr lang="en-US" sz="2600" dirty="0" smtClean="0"/>
              <a:t> </a:t>
            </a:r>
            <a:r>
              <a:rPr lang="en-US" sz="2600" dirty="0" err="1" smtClean="0"/>
              <a:t>là</a:t>
            </a:r>
            <a:r>
              <a:rPr lang="en-US" sz="2600" dirty="0" smtClean="0"/>
              <a:t> </a:t>
            </a:r>
            <a:r>
              <a:rPr lang="en-US" sz="2600" dirty="0" err="1" smtClean="0"/>
              <a:t>thực</a:t>
            </a:r>
            <a:r>
              <a:rPr lang="en-US" sz="2600" dirty="0" smtClean="0"/>
              <a:t>, nay </a:t>
            </a:r>
            <a:r>
              <a:rPr lang="en-US" sz="2600" dirty="0" err="1" smtClean="0"/>
              <a:t>giải</a:t>
            </a:r>
            <a:r>
              <a:rPr lang="en-US" sz="2600" dirty="0" smtClean="0"/>
              <a:t> </a:t>
            </a:r>
            <a:r>
              <a:rPr lang="en-US" sz="2600" dirty="0" err="1" smtClean="0"/>
              <a:t>thích</a:t>
            </a:r>
            <a:r>
              <a:rPr lang="en-US" sz="2600" dirty="0" smtClean="0"/>
              <a:t> </a:t>
            </a:r>
            <a:r>
              <a:rPr lang="en-US" sz="2600" dirty="0" err="1" smtClean="0"/>
              <a:t>theo</a:t>
            </a:r>
            <a:r>
              <a:rPr lang="en-US" sz="2600" dirty="0" smtClean="0"/>
              <a:t> </a:t>
            </a:r>
            <a:r>
              <a:rPr lang="en-US" sz="2600" dirty="0" err="1" smtClean="0"/>
              <a:t>cách</a:t>
            </a:r>
            <a:r>
              <a:rPr lang="en-US" sz="2600" dirty="0" smtClean="0"/>
              <a:t> </a:t>
            </a:r>
            <a:r>
              <a:rPr lang="en-US" sz="2600" dirty="0" err="1" smtClean="0"/>
              <a:t>khác</a:t>
            </a:r>
            <a:r>
              <a:rPr lang="en-US" sz="2600" dirty="0" smtClean="0"/>
              <a:t> </a:t>
            </a:r>
            <a:r>
              <a:rPr lang="en-US" sz="2600" dirty="0" err="1" smtClean="0"/>
              <a:t>vì</a:t>
            </a:r>
            <a:r>
              <a:rPr lang="en-US" sz="2600" dirty="0" smtClean="0"/>
              <a:t> </a:t>
            </a:r>
            <a:r>
              <a:rPr lang="en-US" sz="2600" dirty="0" err="1" smtClean="0"/>
              <a:t>bạn</a:t>
            </a:r>
            <a:r>
              <a:rPr lang="en-US" sz="2600" dirty="0" smtClean="0"/>
              <a:t> </a:t>
            </a:r>
            <a:r>
              <a:rPr lang="en-US" sz="2600" dirty="0" err="1" smtClean="0"/>
              <a:t>có</a:t>
            </a:r>
            <a:r>
              <a:rPr lang="en-US" sz="2600" dirty="0" smtClean="0"/>
              <a:t> </a:t>
            </a:r>
            <a:r>
              <a:rPr lang="en-US" sz="2600" dirty="0" err="1" smtClean="0"/>
              <a:t>mục</a:t>
            </a:r>
            <a:r>
              <a:rPr lang="en-US" sz="2600" dirty="0" smtClean="0"/>
              <a:t> </a:t>
            </a:r>
            <a:r>
              <a:rPr lang="en-US" sz="2600" dirty="0" err="1" smtClean="0"/>
              <a:t>tiêu</a:t>
            </a:r>
            <a:r>
              <a:rPr lang="en-US" sz="2600" dirty="0" smtClean="0"/>
              <a:t>.</a:t>
            </a:r>
          </a:p>
          <a:p>
            <a:r>
              <a:rPr lang="en-US" sz="2600" dirty="0" err="1" smtClean="0"/>
              <a:t>Chúa</a:t>
            </a:r>
            <a:r>
              <a:rPr lang="en-US" sz="2600" dirty="0" smtClean="0"/>
              <a:t> Jesu </a:t>
            </a:r>
            <a:r>
              <a:rPr lang="en-US" sz="2600" dirty="0" err="1" smtClean="0"/>
              <a:t>dạy</a:t>
            </a:r>
            <a:r>
              <a:rPr lang="en-US" sz="2600" dirty="0" smtClean="0"/>
              <a:t> </a:t>
            </a:r>
            <a:r>
              <a:rPr lang="en-US" sz="2600" dirty="0" err="1" smtClean="0"/>
              <a:t>rằng</a:t>
            </a:r>
            <a:r>
              <a:rPr lang="en-US" sz="2600" dirty="0" smtClean="0"/>
              <a:t> </a:t>
            </a:r>
            <a:r>
              <a:rPr lang="en-US" sz="2600" dirty="0" err="1" smtClean="0"/>
              <a:t>hoa</a:t>
            </a:r>
            <a:r>
              <a:rPr lang="en-US" sz="2600" dirty="0" smtClean="0"/>
              <a:t> </a:t>
            </a:r>
            <a:r>
              <a:rPr lang="en-US" sz="2600" dirty="0" err="1" smtClean="0"/>
              <a:t>huệ</a:t>
            </a:r>
            <a:r>
              <a:rPr lang="en-US" sz="2600" dirty="0" smtClean="0"/>
              <a:t> </a:t>
            </a:r>
            <a:r>
              <a:rPr lang="en-US" sz="2600" dirty="0" err="1" smtClean="0"/>
              <a:t>ngoài</a:t>
            </a:r>
            <a:r>
              <a:rPr lang="en-US" sz="2600" dirty="0" smtClean="0"/>
              <a:t> </a:t>
            </a:r>
            <a:r>
              <a:rPr lang="en-US" sz="2600" dirty="0" err="1" smtClean="0"/>
              <a:t>đồng</a:t>
            </a:r>
            <a:r>
              <a:rPr lang="en-US" sz="2600" dirty="0" smtClean="0"/>
              <a:t> </a:t>
            </a:r>
            <a:r>
              <a:rPr lang="en-US" sz="2600" dirty="0" err="1" smtClean="0"/>
              <a:t>không</a:t>
            </a:r>
            <a:r>
              <a:rPr lang="en-US" sz="2600" dirty="0" smtClean="0"/>
              <a:t> </a:t>
            </a:r>
            <a:r>
              <a:rPr lang="en-US" sz="2600" dirty="0" err="1" smtClean="0"/>
              <a:t>hề</a:t>
            </a:r>
            <a:r>
              <a:rPr lang="en-US" sz="2600" dirty="0" smtClean="0"/>
              <a:t> </a:t>
            </a:r>
            <a:r>
              <a:rPr lang="en-US" sz="2600" dirty="0" err="1" smtClean="0"/>
              <a:t>làm</a:t>
            </a:r>
            <a:r>
              <a:rPr lang="en-US" sz="2600" dirty="0" smtClean="0"/>
              <a:t> </a:t>
            </a:r>
            <a:r>
              <a:rPr lang="en-US" sz="2600" dirty="0" err="1" smtClean="0"/>
              <a:t>lụng</a:t>
            </a:r>
            <a:r>
              <a:rPr lang="en-US" sz="2600" dirty="0" smtClean="0"/>
              <a:t> </a:t>
            </a:r>
            <a:r>
              <a:rPr lang="en-US" sz="2600" dirty="0" err="1" smtClean="0"/>
              <a:t>vất</a:t>
            </a:r>
            <a:r>
              <a:rPr lang="en-US" sz="2600" dirty="0" smtClean="0"/>
              <a:t> </a:t>
            </a:r>
            <a:r>
              <a:rPr lang="en-US" sz="2600" dirty="0" err="1" smtClean="0"/>
              <a:t>vả</a:t>
            </a:r>
            <a:r>
              <a:rPr lang="en-US" sz="2600" dirty="0" smtClean="0"/>
              <a:t> </a:t>
            </a:r>
            <a:r>
              <a:rPr lang="en-US" sz="2600" dirty="0" err="1" smtClean="0"/>
              <a:t>mà</a:t>
            </a:r>
            <a:r>
              <a:rPr lang="en-US" sz="2600" dirty="0" smtClean="0"/>
              <a:t> </a:t>
            </a:r>
            <a:r>
              <a:rPr lang="en-US" sz="2600" dirty="0" err="1" smtClean="0"/>
              <a:t>vẫn</a:t>
            </a:r>
            <a:r>
              <a:rPr lang="en-US" sz="2600" dirty="0" smtClean="0"/>
              <a:t> </a:t>
            </a:r>
            <a:r>
              <a:rPr lang="en-US" sz="2600" dirty="0" err="1" smtClean="0"/>
              <a:t>có</a:t>
            </a:r>
            <a:r>
              <a:rPr lang="en-US" sz="2600" dirty="0" smtClean="0"/>
              <a:t> </a:t>
            </a:r>
            <a:r>
              <a:rPr lang="en-US" sz="2600" dirty="0" err="1" smtClean="0"/>
              <a:t>áo</a:t>
            </a:r>
            <a:r>
              <a:rPr lang="en-US" sz="2600" dirty="0" smtClean="0"/>
              <a:t> </a:t>
            </a:r>
            <a:r>
              <a:rPr lang="en-US" sz="2600" dirty="0" err="1" smtClean="0"/>
              <a:t>mặc</a:t>
            </a:r>
            <a:r>
              <a:rPr lang="en-US" sz="2600" dirty="0" smtClean="0"/>
              <a:t> </a:t>
            </a:r>
            <a:r>
              <a:rPr lang="en-US" sz="2600" dirty="0" err="1" smtClean="0"/>
              <a:t>đẹp</a:t>
            </a:r>
            <a:r>
              <a:rPr lang="en-US" sz="2600" dirty="0" smtClean="0"/>
              <a:t> </a:t>
            </a:r>
            <a:r>
              <a:rPr lang="en-US" sz="2600" dirty="0" err="1" smtClean="0"/>
              <a:t>rực</a:t>
            </a:r>
            <a:r>
              <a:rPr lang="en-US" sz="2600" dirty="0" smtClean="0"/>
              <a:t> </a:t>
            </a:r>
            <a:r>
              <a:rPr lang="en-US" sz="2600" dirty="0" err="1" smtClean="0"/>
              <a:t>rỡ</a:t>
            </a:r>
            <a:r>
              <a:rPr lang="en-US" sz="2600" dirty="0" smtClean="0"/>
              <a:t>. </a:t>
            </a:r>
            <a:r>
              <a:rPr lang="en-US" sz="2600" dirty="0" err="1" smtClean="0"/>
              <a:t>Vì</a:t>
            </a:r>
            <a:r>
              <a:rPr lang="en-US" sz="2600" dirty="0" smtClean="0"/>
              <a:t> </a:t>
            </a:r>
            <a:r>
              <a:rPr lang="en-US" sz="2600" dirty="0" err="1" smtClean="0"/>
              <a:t>mỗi</a:t>
            </a:r>
            <a:r>
              <a:rPr lang="en-US" sz="2600" dirty="0" smtClean="0"/>
              <a:t> </a:t>
            </a:r>
            <a:r>
              <a:rPr lang="en-US" sz="2600" dirty="0" err="1" smtClean="0"/>
              <a:t>người</a:t>
            </a:r>
            <a:r>
              <a:rPr lang="en-US" sz="2600" dirty="0" smtClean="0"/>
              <a:t> </a:t>
            </a:r>
            <a:r>
              <a:rPr lang="en-US" sz="2600" dirty="0" err="1" smtClean="0"/>
              <a:t>là</a:t>
            </a:r>
            <a:r>
              <a:rPr lang="en-US" sz="2600" dirty="0" smtClean="0"/>
              <a:t> </a:t>
            </a:r>
            <a:r>
              <a:rPr lang="en-US" sz="2600" dirty="0" err="1" smtClean="0"/>
              <a:t>điểm</a:t>
            </a:r>
            <a:r>
              <a:rPr lang="en-US" sz="2600" dirty="0" smtClean="0"/>
              <a:t> </a:t>
            </a:r>
            <a:r>
              <a:rPr lang="en-US" sz="2600" dirty="0" err="1" smtClean="0"/>
              <a:t>nổi</a:t>
            </a:r>
            <a:r>
              <a:rPr lang="en-US" sz="2600" dirty="0" smtClean="0"/>
              <a:t> </a:t>
            </a:r>
            <a:r>
              <a:rPr lang="en-US" sz="2600" dirty="0" err="1" smtClean="0"/>
              <a:t>lên</a:t>
            </a:r>
            <a:r>
              <a:rPr lang="en-US" sz="2600" dirty="0" smtClean="0"/>
              <a:t> </a:t>
            </a:r>
            <a:r>
              <a:rPr lang="en-US" sz="2600" dirty="0" err="1" smtClean="0"/>
              <a:t>trong</a:t>
            </a:r>
            <a:r>
              <a:rPr lang="en-US" sz="2600" dirty="0" smtClean="0"/>
              <a:t> </a:t>
            </a:r>
            <a:r>
              <a:rPr lang="en-US" sz="2600" dirty="0" err="1" smtClean="0"/>
              <a:t>tổng</a:t>
            </a:r>
            <a:r>
              <a:rPr lang="en-US" sz="2600" dirty="0" smtClean="0"/>
              <a:t> </a:t>
            </a:r>
            <a:r>
              <a:rPr lang="en-US" sz="2600" dirty="0" err="1" smtClean="0"/>
              <a:t>thể</a:t>
            </a:r>
            <a:r>
              <a:rPr lang="en-US" sz="2600" dirty="0" smtClean="0"/>
              <a:t> </a:t>
            </a:r>
            <a:r>
              <a:rPr lang="en-US" sz="2600" dirty="0" err="1" smtClean="0"/>
              <a:t>loài</a:t>
            </a:r>
            <a:r>
              <a:rPr lang="en-US" sz="2600" dirty="0" smtClean="0"/>
              <a:t> </a:t>
            </a:r>
            <a:r>
              <a:rPr lang="en-US" sz="2600" dirty="0" err="1" smtClean="0"/>
              <a:t>người</a:t>
            </a:r>
            <a:r>
              <a:rPr lang="en-US" sz="2600" dirty="0" smtClean="0"/>
              <a:t> </a:t>
            </a:r>
            <a:r>
              <a:rPr lang="en-US" sz="2600" dirty="0" err="1" smtClean="0"/>
              <a:t>và</a:t>
            </a:r>
            <a:r>
              <a:rPr lang="en-US" sz="2600" dirty="0" smtClean="0"/>
              <a:t> </a:t>
            </a:r>
            <a:r>
              <a:rPr lang="en-US" sz="2600" dirty="0" err="1" smtClean="0"/>
              <a:t>những</a:t>
            </a:r>
            <a:r>
              <a:rPr lang="en-US" sz="2600" dirty="0" smtClean="0"/>
              <a:t> </a:t>
            </a:r>
            <a:r>
              <a:rPr lang="en-US" sz="2600" dirty="0" err="1" smtClean="0"/>
              <a:t>người</a:t>
            </a:r>
            <a:r>
              <a:rPr lang="en-US" sz="2600" dirty="0" smtClean="0"/>
              <a:t> Tin </a:t>
            </a:r>
            <a:r>
              <a:rPr lang="en-US" sz="2600" dirty="0" err="1" smtClean="0"/>
              <a:t>Lành</a:t>
            </a:r>
            <a:r>
              <a:rPr lang="en-US" sz="2600" dirty="0" smtClean="0"/>
              <a:t> </a:t>
            </a:r>
            <a:r>
              <a:rPr lang="en-US" sz="2600" dirty="0" err="1" smtClean="0"/>
              <a:t>chăm</a:t>
            </a:r>
            <a:r>
              <a:rPr lang="en-US" sz="2600" dirty="0" smtClean="0"/>
              <a:t> </a:t>
            </a:r>
            <a:r>
              <a:rPr lang="en-US" sz="2600" dirty="0" err="1" smtClean="0"/>
              <a:t>chỉ</a:t>
            </a:r>
            <a:r>
              <a:rPr lang="en-US" sz="2600" dirty="0" smtClean="0"/>
              <a:t> </a:t>
            </a:r>
            <a:r>
              <a:rPr lang="en-US" sz="2600" dirty="0" err="1" smtClean="0"/>
              <a:t>sống</a:t>
            </a:r>
            <a:r>
              <a:rPr lang="en-US" sz="2600" dirty="0" smtClean="0"/>
              <a:t> </a:t>
            </a:r>
            <a:r>
              <a:rPr lang="en-US" sz="2600" dirty="0" err="1" smtClean="0"/>
              <a:t>phúc</a:t>
            </a:r>
            <a:r>
              <a:rPr lang="en-US" sz="2600" dirty="0" smtClean="0"/>
              <a:t> </a:t>
            </a:r>
            <a:r>
              <a:rPr lang="en-US" sz="2600" dirty="0" err="1" smtClean="0"/>
              <a:t>âm</a:t>
            </a:r>
            <a:r>
              <a:rPr lang="en-US" sz="2600" dirty="0" smtClean="0"/>
              <a:t> </a:t>
            </a:r>
            <a:r>
              <a:rPr lang="en-US" sz="2600" dirty="0" err="1" smtClean="0"/>
              <a:t>tích</a:t>
            </a:r>
            <a:r>
              <a:rPr lang="en-US" sz="2600" dirty="0" smtClean="0"/>
              <a:t> </a:t>
            </a:r>
            <a:r>
              <a:rPr lang="en-US" sz="2600" dirty="0" err="1" smtClean="0"/>
              <a:t>lũy</a:t>
            </a:r>
            <a:r>
              <a:rPr lang="en-US" sz="2600" dirty="0" smtClean="0"/>
              <a:t> </a:t>
            </a:r>
            <a:r>
              <a:rPr lang="en-US" sz="2600" dirty="0" err="1" smtClean="0"/>
              <a:t>vốn</a:t>
            </a:r>
            <a:r>
              <a:rPr lang="en-US" sz="2600" dirty="0" smtClean="0"/>
              <a:t> </a:t>
            </a:r>
            <a:r>
              <a:rPr lang="en-US" sz="2600" dirty="0" err="1" smtClean="0"/>
              <a:t>làm</a:t>
            </a:r>
            <a:r>
              <a:rPr lang="en-US" sz="2600" dirty="0" smtClean="0"/>
              <a:t> </a:t>
            </a:r>
            <a:r>
              <a:rPr lang="en-US" sz="2600" dirty="0" err="1" smtClean="0"/>
              <a:t>giàu</a:t>
            </a:r>
            <a:r>
              <a:rPr lang="en-US" sz="2600" dirty="0" smtClean="0"/>
              <a:t> </a:t>
            </a:r>
            <a:r>
              <a:rPr lang="en-US" sz="2600" dirty="0" err="1" smtClean="0"/>
              <a:t>trên</a:t>
            </a:r>
            <a:r>
              <a:rPr lang="en-US" sz="2600" dirty="0" smtClean="0"/>
              <a:t> </a:t>
            </a:r>
            <a:r>
              <a:rPr lang="en-US" sz="2600" dirty="0" err="1" smtClean="0"/>
              <a:t>tổng</a:t>
            </a:r>
            <a:r>
              <a:rPr lang="en-US" sz="2600" dirty="0" smtClean="0"/>
              <a:t> </a:t>
            </a:r>
            <a:r>
              <a:rPr lang="en-US" sz="2600" dirty="0" err="1" smtClean="0"/>
              <a:t>thể</a:t>
            </a:r>
            <a:r>
              <a:rPr lang="en-US" sz="2600" dirty="0" smtClean="0"/>
              <a:t>.</a:t>
            </a:r>
            <a:endParaRPr lang="en-US" sz="2600" dirty="0"/>
          </a:p>
        </p:txBody>
      </p:sp>
      <p:sp>
        <p:nvSpPr>
          <p:cNvPr id="4" name="Date Placeholder 3"/>
          <p:cNvSpPr>
            <a:spLocks noGrp="1"/>
          </p:cNvSpPr>
          <p:nvPr>
            <p:ph type="dt" sz="half" idx="10"/>
          </p:nvPr>
        </p:nvSpPr>
        <p:spPr/>
        <p:txBody>
          <a:bodyPr/>
          <a:lstStyle/>
          <a:p>
            <a:r>
              <a:rPr lang="en-US" smtClean="0"/>
              <a:t>5/23/2026</a:t>
            </a:r>
            <a:endParaRPr lang="en-US"/>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7</a:t>
            </a:fld>
            <a:endParaRPr lang="en-US"/>
          </a:p>
        </p:txBody>
      </p:sp>
    </p:spTree>
    <p:extLst>
      <p:ext uri="{BB962C8B-B14F-4D97-AF65-F5344CB8AC3E}">
        <p14:creationId xmlns:p14="http://schemas.microsoft.com/office/powerpoint/2010/main" val="1470153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“Nothing </a:t>
            </a:r>
            <a:r>
              <a:rPr lang="en-US" dirty="0"/>
              <a:t>is </a:t>
            </a:r>
            <a:r>
              <a:rPr lang="en-US" dirty="0" smtClean="0"/>
              <a:t>impossible” </a:t>
            </a:r>
            <a:r>
              <a:rPr lang="en-US" dirty="0"/>
              <a:t>is an expectation that cannot be absent</a:t>
            </a:r>
          </a:p>
        </p:txBody>
      </p:sp>
      <p:sp>
        <p:nvSpPr>
          <p:cNvPr id="3" name="Content Placeholder 2"/>
          <p:cNvSpPr>
            <a:spLocks noGrp="1"/>
          </p:cNvSpPr>
          <p:nvPr>
            <p:ph idx="1"/>
          </p:nvPr>
        </p:nvSpPr>
        <p:spPr>
          <a:xfrm>
            <a:off x="132080" y="914399"/>
            <a:ext cx="11907520" cy="5176066"/>
          </a:xfrm>
        </p:spPr>
        <p:txBody>
          <a:bodyPr/>
          <a:lstStyle/>
          <a:p>
            <a:r>
              <a:rPr lang="en-US" dirty="0"/>
              <a:t>Lifelong learning is a snapshot of human evolution</a:t>
            </a:r>
            <a:r>
              <a:rPr lang="en-US" dirty="0" smtClean="0"/>
              <a:t>.</a:t>
            </a:r>
          </a:p>
          <a:p>
            <a:r>
              <a:rPr lang="en-US" dirty="0"/>
              <a:t>A diversity of specialized fields coordinating in unexpected </a:t>
            </a:r>
            <a:r>
              <a:rPr lang="en-US" dirty="0" smtClean="0"/>
              <a:t>transformations </a:t>
            </a:r>
            <a:r>
              <a:rPr lang="en-US" dirty="0"/>
              <a:t>is the probability of </a:t>
            </a:r>
            <a:r>
              <a:rPr lang="en-US" dirty="0" smtClean="0"/>
              <a:t>the measure </a:t>
            </a:r>
            <a:r>
              <a:rPr lang="en-US" dirty="0" smtClean="0"/>
              <a:t>theory of expectation.</a:t>
            </a:r>
          </a:p>
          <a:p>
            <a:r>
              <a:rPr lang="en-US" dirty="0"/>
              <a:t>Chips – semiconductors are like rice in agriculture; they are the infrastructure of electronics industry, AI, and digital economy.</a:t>
            </a:r>
          </a:p>
        </p:txBody>
      </p:sp>
      <p:sp>
        <p:nvSpPr>
          <p:cNvPr id="4" name="Date Placeholder 3"/>
          <p:cNvSpPr>
            <a:spLocks noGrp="1"/>
          </p:cNvSpPr>
          <p:nvPr>
            <p:ph type="dt" sz="half" idx="10"/>
          </p:nvPr>
        </p:nvSpPr>
        <p:spPr/>
        <p:txBody>
          <a:bodyPr/>
          <a:lstStyle/>
          <a:p>
            <a:r>
              <a:rPr lang="en-US" smtClean="0"/>
              <a:t>5/23/2026</a:t>
            </a:r>
            <a:endParaRPr lang="en-US"/>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8</a:t>
            </a:fld>
            <a:endParaRPr lang="en-US"/>
          </a:p>
        </p:txBody>
      </p:sp>
    </p:spTree>
    <p:extLst>
      <p:ext uri="{BB962C8B-B14F-4D97-AF65-F5344CB8AC3E}">
        <p14:creationId xmlns:p14="http://schemas.microsoft.com/office/powerpoint/2010/main" val="789714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Không</a:t>
            </a:r>
            <a:r>
              <a:rPr lang="en-US" dirty="0" smtClean="0"/>
              <a:t> </a:t>
            </a:r>
            <a:r>
              <a:rPr lang="en-US" dirty="0" err="1" smtClean="0"/>
              <a:t>gì</a:t>
            </a:r>
            <a:r>
              <a:rPr lang="en-US" dirty="0" smtClean="0"/>
              <a:t> </a:t>
            </a:r>
            <a:r>
              <a:rPr lang="en-US" dirty="0" err="1" smtClean="0"/>
              <a:t>không</a:t>
            </a:r>
            <a:r>
              <a:rPr lang="en-US" dirty="0" smtClean="0"/>
              <a:t> </a:t>
            </a:r>
            <a:r>
              <a:rPr lang="en-US" dirty="0" err="1" smtClean="0"/>
              <a:t>thể</a:t>
            </a:r>
            <a:r>
              <a:rPr lang="en-US" dirty="0" smtClean="0"/>
              <a:t> </a:t>
            </a:r>
            <a:r>
              <a:rPr lang="en-US" dirty="0" err="1" smtClean="0"/>
              <a:t>là</a:t>
            </a:r>
            <a:r>
              <a:rPr lang="en-US" dirty="0" smtClean="0"/>
              <a:t> </a:t>
            </a:r>
            <a:r>
              <a:rPr lang="en-US" dirty="0" err="1" smtClean="0"/>
              <a:t>kỳ</a:t>
            </a:r>
            <a:r>
              <a:rPr lang="en-US" dirty="0" smtClean="0"/>
              <a:t> </a:t>
            </a:r>
            <a:r>
              <a:rPr lang="en-US" dirty="0" err="1" smtClean="0"/>
              <a:t>vọng</a:t>
            </a:r>
            <a:r>
              <a:rPr lang="en-US" dirty="0" smtClean="0"/>
              <a:t> </a:t>
            </a:r>
            <a:r>
              <a:rPr lang="en-US" dirty="0" err="1" smtClean="0"/>
              <a:t>không</a:t>
            </a:r>
            <a:r>
              <a:rPr lang="en-US" dirty="0" smtClean="0"/>
              <a:t> </a:t>
            </a:r>
            <a:r>
              <a:rPr lang="en-US" dirty="0" err="1" smtClean="0"/>
              <a:t>thể</a:t>
            </a:r>
            <a:r>
              <a:rPr lang="en-US" dirty="0" smtClean="0"/>
              <a:t> </a:t>
            </a:r>
            <a:r>
              <a:rPr lang="en-US" dirty="0" err="1" smtClean="0"/>
              <a:t>không</a:t>
            </a:r>
            <a:r>
              <a:rPr lang="en-US" dirty="0" smtClean="0"/>
              <a:t> </a:t>
            </a:r>
            <a:r>
              <a:rPr lang="en-US" dirty="0" err="1" smtClean="0"/>
              <a:t>có</a:t>
            </a:r>
            <a:endParaRPr lang="en-US" dirty="0"/>
          </a:p>
        </p:txBody>
      </p:sp>
      <p:sp>
        <p:nvSpPr>
          <p:cNvPr id="3" name="Content Placeholder 2"/>
          <p:cNvSpPr>
            <a:spLocks noGrp="1"/>
          </p:cNvSpPr>
          <p:nvPr>
            <p:ph idx="1"/>
          </p:nvPr>
        </p:nvSpPr>
        <p:spPr>
          <a:xfrm>
            <a:off x="142240" y="914399"/>
            <a:ext cx="11917680" cy="5176066"/>
          </a:xfrm>
        </p:spPr>
        <p:txBody>
          <a:bodyPr/>
          <a:lstStyle/>
          <a:p>
            <a:r>
              <a:rPr lang="en-US" dirty="0" err="1" smtClean="0"/>
              <a:t>Học</a:t>
            </a:r>
            <a:r>
              <a:rPr lang="en-US" dirty="0" smtClean="0"/>
              <a:t> </a:t>
            </a:r>
            <a:r>
              <a:rPr lang="en-US" dirty="0" err="1" smtClean="0"/>
              <a:t>tập</a:t>
            </a:r>
            <a:r>
              <a:rPr lang="en-US" dirty="0" smtClean="0"/>
              <a:t> </a:t>
            </a:r>
            <a:r>
              <a:rPr lang="en-US" dirty="0" err="1" smtClean="0"/>
              <a:t>suốt</a:t>
            </a:r>
            <a:r>
              <a:rPr lang="en-US" dirty="0" smtClean="0"/>
              <a:t> </a:t>
            </a:r>
            <a:r>
              <a:rPr lang="en-US" dirty="0" err="1" smtClean="0"/>
              <a:t>đời</a:t>
            </a:r>
            <a:r>
              <a:rPr lang="en-US" dirty="0" smtClean="0"/>
              <a:t> </a:t>
            </a:r>
            <a:r>
              <a:rPr lang="en-US" dirty="0" err="1" smtClean="0"/>
              <a:t>là</a:t>
            </a:r>
            <a:r>
              <a:rPr lang="en-US" dirty="0" smtClean="0"/>
              <a:t> </a:t>
            </a:r>
            <a:r>
              <a:rPr lang="en-US" dirty="0" err="1" smtClean="0"/>
              <a:t>khoảnh</a:t>
            </a:r>
            <a:r>
              <a:rPr lang="en-US" dirty="0" smtClean="0"/>
              <a:t> </a:t>
            </a:r>
            <a:r>
              <a:rPr lang="en-US" dirty="0" err="1" smtClean="0"/>
              <a:t>khắc</a:t>
            </a:r>
            <a:r>
              <a:rPr lang="en-US" dirty="0" smtClean="0"/>
              <a:t> </a:t>
            </a:r>
            <a:r>
              <a:rPr lang="en-US" dirty="0" err="1" smtClean="0"/>
              <a:t>của</a:t>
            </a:r>
            <a:r>
              <a:rPr lang="en-US" dirty="0" smtClean="0"/>
              <a:t> </a:t>
            </a:r>
            <a:r>
              <a:rPr lang="en-US" dirty="0" err="1" smtClean="0"/>
              <a:t>tiến</a:t>
            </a:r>
            <a:r>
              <a:rPr lang="en-US" dirty="0" smtClean="0"/>
              <a:t> </a:t>
            </a:r>
            <a:r>
              <a:rPr lang="en-US" dirty="0" err="1" smtClean="0"/>
              <a:t>hóa</a:t>
            </a:r>
            <a:r>
              <a:rPr lang="en-US" dirty="0" smtClean="0"/>
              <a:t> </a:t>
            </a:r>
            <a:r>
              <a:rPr lang="en-US" dirty="0" err="1" smtClean="0"/>
              <a:t>nhân</a:t>
            </a:r>
            <a:r>
              <a:rPr lang="en-US" dirty="0" smtClean="0"/>
              <a:t> </a:t>
            </a:r>
            <a:r>
              <a:rPr lang="en-US" dirty="0" err="1" smtClean="0"/>
              <a:t>loại</a:t>
            </a:r>
            <a:r>
              <a:rPr lang="en-US" dirty="0" smtClean="0"/>
              <a:t>.</a:t>
            </a:r>
          </a:p>
          <a:p>
            <a:r>
              <a:rPr lang="en-US" dirty="0" err="1" smtClean="0"/>
              <a:t>Đa</a:t>
            </a:r>
            <a:r>
              <a:rPr lang="en-US" dirty="0" smtClean="0"/>
              <a:t> </a:t>
            </a:r>
            <a:r>
              <a:rPr lang="en-US" dirty="0" err="1" smtClean="0"/>
              <a:t>dạng</a:t>
            </a:r>
            <a:r>
              <a:rPr lang="en-US" dirty="0" smtClean="0"/>
              <a:t> </a:t>
            </a:r>
            <a:r>
              <a:rPr lang="en-US" dirty="0" err="1" smtClean="0"/>
              <a:t>chuyên</a:t>
            </a:r>
            <a:r>
              <a:rPr lang="en-US" dirty="0" smtClean="0"/>
              <a:t> </a:t>
            </a:r>
            <a:r>
              <a:rPr lang="en-US" dirty="0" err="1" smtClean="0"/>
              <a:t>ngành</a:t>
            </a:r>
            <a:r>
              <a:rPr lang="en-US" dirty="0" smtClean="0"/>
              <a:t> </a:t>
            </a:r>
            <a:r>
              <a:rPr lang="en-US" dirty="0" err="1" smtClean="0"/>
              <a:t>phối</a:t>
            </a:r>
            <a:r>
              <a:rPr lang="en-US" dirty="0" smtClean="0"/>
              <a:t> </a:t>
            </a:r>
            <a:r>
              <a:rPr lang="en-US" dirty="0" err="1" smtClean="0"/>
              <a:t>hợp</a:t>
            </a:r>
            <a:r>
              <a:rPr lang="en-US" dirty="0" smtClean="0"/>
              <a:t> </a:t>
            </a:r>
            <a:r>
              <a:rPr lang="en-US" dirty="0" err="1" smtClean="0"/>
              <a:t>biến</a:t>
            </a:r>
            <a:r>
              <a:rPr lang="en-US" dirty="0" smtClean="0"/>
              <a:t> </a:t>
            </a:r>
            <a:r>
              <a:rPr lang="en-US" dirty="0" err="1" smtClean="0"/>
              <a:t>hóa</a:t>
            </a:r>
            <a:r>
              <a:rPr lang="en-US" dirty="0" smtClean="0"/>
              <a:t> </a:t>
            </a:r>
            <a:r>
              <a:rPr lang="en-US" dirty="0" err="1" smtClean="0"/>
              <a:t>không</a:t>
            </a:r>
            <a:r>
              <a:rPr lang="en-US" dirty="0" smtClean="0"/>
              <a:t> </a:t>
            </a:r>
            <a:r>
              <a:rPr lang="en-US" dirty="0" err="1" smtClean="0"/>
              <a:t>ngờ</a:t>
            </a:r>
            <a:r>
              <a:rPr lang="en-US" dirty="0" smtClean="0"/>
              <a:t> </a:t>
            </a:r>
            <a:r>
              <a:rPr lang="en-US" dirty="0" err="1" smtClean="0"/>
              <a:t>là</a:t>
            </a:r>
            <a:r>
              <a:rPr lang="en-US" dirty="0" smtClean="0"/>
              <a:t> </a:t>
            </a:r>
            <a:r>
              <a:rPr lang="en-US" dirty="0" err="1" smtClean="0"/>
              <a:t>xác</a:t>
            </a:r>
            <a:r>
              <a:rPr lang="en-US" dirty="0" smtClean="0"/>
              <a:t> </a:t>
            </a:r>
            <a:r>
              <a:rPr lang="en-US" dirty="0" err="1" smtClean="0"/>
              <a:t>suất</a:t>
            </a:r>
            <a:r>
              <a:rPr lang="en-US" dirty="0" smtClean="0"/>
              <a:t> </a:t>
            </a:r>
            <a:r>
              <a:rPr lang="en-US" dirty="0" err="1" smtClean="0"/>
              <a:t>của</a:t>
            </a:r>
            <a:r>
              <a:rPr lang="en-US" dirty="0" smtClean="0"/>
              <a:t> </a:t>
            </a:r>
            <a:r>
              <a:rPr lang="en-US" dirty="0" err="1" smtClean="0"/>
              <a:t>lý</a:t>
            </a:r>
            <a:r>
              <a:rPr lang="en-US" dirty="0" smtClean="0"/>
              <a:t> </a:t>
            </a:r>
            <a:r>
              <a:rPr lang="en-US" dirty="0" err="1" smtClean="0"/>
              <a:t>thuyết</a:t>
            </a:r>
            <a:r>
              <a:rPr lang="en-US" dirty="0" smtClean="0"/>
              <a:t> </a:t>
            </a:r>
            <a:r>
              <a:rPr lang="en-US" dirty="0" err="1" smtClean="0"/>
              <a:t>độ</a:t>
            </a:r>
            <a:r>
              <a:rPr lang="en-US" dirty="0" smtClean="0"/>
              <a:t> </a:t>
            </a:r>
            <a:r>
              <a:rPr lang="en-US" dirty="0" err="1" smtClean="0"/>
              <a:t>đo</a:t>
            </a:r>
            <a:r>
              <a:rPr lang="en-US" dirty="0" smtClean="0"/>
              <a:t> </a:t>
            </a:r>
            <a:r>
              <a:rPr lang="en-US" dirty="0" err="1" smtClean="0"/>
              <a:t>kỳ</a:t>
            </a:r>
            <a:r>
              <a:rPr lang="en-US" dirty="0" smtClean="0"/>
              <a:t> </a:t>
            </a:r>
            <a:r>
              <a:rPr lang="en-US" dirty="0" err="1" smtClean="0"/>
              <a:t>vọng</a:t>
            </a:r>
            <a:r>
              <a:rPr lang="en-US" dirty="0" smtClean="0"/>
              <a:t>.</a:t>
            </a:r>
          </a:p>
          <a:p>
            <a:r>
              <a:rPr lang="vi-VN" dirty="0"/>
              <a:t>Chip - chất bán dẫn như lúa gạo của nền nông nghiệp, là cơ sở hạ tầng của công nghiệp điện tử, AI, và kinh tế </a:t>
            </a:r>
            <a:r>
              <a:rPr lang="vi-VN" dirty="0" smtClean="0"/>
              <a:t>số</a:t>
            </a:r>
            <a:r>
              <a:rPr lang="en-US" dirty="0" smtClean="0"/>
              <a:t>.</a:t>
            </a:r>
            <a:endParaRPr lang="en-US" dirty="0"/>
          </a:p>
        </p:txBody>
      </p:sp>
      <p:sp>
        <p:nvSpPr>
          <p:cNvPr id="4" name="Date Placeholder 3"/>
          <p:cNvSpPr>
            <a:spLocks noGrp="1"/>
          </p:cNvSpPr>
          <p:nvPr>
            <p:ph type="dt" sz="half" idx="10"/>
          </p:nvPr>
        </p:nvSpPr>
        <p:spPr/>
        <p:txBody>
          <a:bodyPr/>
          <a:lstStyle/>
          <a:p>
            <a:r>
              <a:rPr lang="en-US" smtClean="0"/>
              <a:t>5/23/2026</a:t>
            </a:r>
            <a:endParaRPr lang="en-US"/>
          </a:p>
        </p:txBody>
      </p:sp>
      <p:sp>
        <p:nvSpPr>
          <p:cNvPr id="5" name="Footer Placeholder 4"/>
          <p:cNvSpPr>
            <a:spLocks noGrp="1"/>
          </p:cNvSpPr>
          <p:nvPr>
            <p:ph type="ftr" sz="quarter" idx="11"/>
          </p:nvPr>
        </p:nvSpPr>
        <p:spPr/>
        <p:txBody>
          <a:bodyPr/>
          <a:lstStyle/>
          <a:p>
            <a:r>
              <a:rPr lang="en-US" smtClean="0"/>
              <a:t>GRC2026 - Loc Nguyen - Google Translator</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9</a:t>
            </a:fld>
            <a:endParaRPr lang="en-US"/>
          </a:p>
        </p:txBody>
      </p:sp>
    </p:spTree>
    <p:extLst>
      <p:ext uri="{BB962C8B-B14F-4D97-AF65-F5344CB8AC3E}">
        <p14:creationId xmlns:p14="http://schemas.microsoft.com/office/powerpoint/2010/main" val="289060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8159"/>
            <a:ext cx="10515600" cy="660486"/>
          </a:xfrm>
        </p:spPr>
        <p:txBody>
          <a:bodyPr>
            <a:noAutofit/>
          </a:bodyPr>
          <a:lstStyle/>
          <a:p>
            <a:pPr algn="ctr"/>
            <a:r>
              <a:rPr lang="en-US" sz="5000" dirty="0"/>
              <a:t>Thank you for attention</a:t>
            </a:r>
          </a:p>
        </p:txBody>
      </p:sp>
      <p:sp>
        <p:nvSpPr>
          <p:cNvPr id="4" name="Slide Number Placeholder 3"/>
          <p:cNvSpPr>
            <a:spLocks noGrp="1"/>
          </p:cNvSpPr>
          <p:nvPr>
            <p:ph type="sldNum" sz="quarter" idx="12"/>
          </p:nvPr>
        </p:nvSpPr>
        <p:spPr/>
        <p:txBody>
          <a:bodyPr/>
          <a:lstStyle/>
          <a:p>
            <a:fld id="{5DB5036F-1FF2-46C4-8D2B-59C7E3B91952}" type="slidenum">
              <a:rPr lang="en-US" smtClean="0"/>
              <a:pPr/>
              <a:t>10</a:t>
            </a:fld>
            <a:endParaRPr lang="en-US"/>
          </a:p>
        </p:txBody>
      </p:sp>
      <p:sp>
        <p:nvSpPr>
          <p:cNvPr id="3" name="Footer Placeholder 2"/>
          <p:cNvSpPr>
            <a:spLocks noGrp="1"/>
          </p:cNvSpPr>
          <p:nvPr>
            <p:ph type="ftr" sz="quarter" idx="11"/>
          </p:nvPr>
        </p:nvSpPr>
        <p:spPr/>
        <p:txBody>
          <a:bodyPr/>
          <a:lstStyle/>
          <a:p>
            <a:r>
              <a:rPr lang="en-US" smtClean="0"/>
              <a:t>GRC2026 - Loc Nguyen - Google Translator</a:t>
            </a:r>
            <a:endParaRPr lang="en-US"/>
          </a:p>
        </p:txBody>
      </p:sp>
      <p:sp>
        <p:nvSpPr>
          <p:cNvPr id="5" name="Date Placeholder 4"/>
          <p:cNvSpPr>
            <a:spLocks noGrp="1"/>
          </p:cNvSpPr>
          <p:nvPr>
            <p:ph type="dt" sz="half" idx="10"/>
          </p:nvPr>
        </p:nvSpPr>
        <p:spPr/>
        <p:txBody>
          <a:bodyPr/>
          <a:lstStyle/>
          <a:p>
            <a:r>
              <a:rPr lang="en-US" smtClean="0"/>
              <a:t>5/23/2026</a:t>
            </a:r>
            <a:endParaRPr lang="en-US"/>
          </a:p>
        </p:txBody>
      </p:sp>
    </p:spTree>
    <p:extLst>
      <p:ext uri="{BB962C8B-B14F-4D97-AF65-F5344CB8AC3E}">
        <p14:creationId xmlns:p14="http://schemas.microsoft.com/office/powerpoint/2010/main" val="52516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8159"/>
            <a:ext cx="10515600" cy="660486"/>
          </a:xfrm>
        </p:spPr>
        <p:txBody>
          <a:bodyPr>
            <a:noAutofit/>
          </a:bodyPr>
          <a:lstStyle/>
          <a:p>
            <a:pPr algn="ctr"/>
            <a:r>
              <a:rPr lang="en-US" sz="5000" dirty="0" err="1" smtClean="0"/>
              <a:t>Cảm</a:t>
            </a:r>
            <a:r>
              <a:rPr lang="en-US" sz="5000" dirty="0" smtClean="0"/>
              <a:t> </a:t>
            </a:r>
            <a:r>
              <a:rPr lang="en-US" sz="5000" dirty="0" err="1" smtClean="0"/>
              <a:t>ơn</a:t>
            </a:r>
            <a:r>
              <a:rPr lang="en-US" sz="5000" dirty="0" smtClean="0"/>
              <a:t> </a:t>
            </a:r>
            <a:r>
              <a:rPr lang="en-US" sz="5000" dirty="0" err="1" smtClean="0"/>
              <a:t>đã</a:t>
            </a:r>
            <a:r>
              <a:rPr lang="en-US" sz="5000" dirty="0" smtClean="0"/>
              <a:t> </a:t>
            </a:r>
            <a:r>
              <a:rPr lang="en-US" sz="5000" dirty="0" err="1" smtClean="0"/>
              <a:t>lắng</a:t>
            </a:r>
            <a:r>
              <a:rPr lang="en-US" sz="5000" dirty="0" smtClean="0"/>
              <a:t> </a:t>
            </a:r>
            <a:r>
              <a:rPr lang="en-US" sz="5000" dirty="0" err="1" smtClean="0"/>
              <a:t>nghe</a:t>
            </a:r>
            <a:endParaRPr lang="en-US" sz="5000" dirty="0"/>
          </a:p>
        </p:txBody>
      </p:sp>
      <p:sp>
        <p:nvSpPr>
          <p:cNvPr id="4" name="Slide Number Placeholder 3"/>
          <p:cNvSpPr>
            <a:spLocks noGrp="1"/>
          </p:cNvSpPr>
          <p:nvPr>
            <p:ph type="sldNum" sz="quarter" idx="12"/>
          </p:nvPr>
        </p:nvSpPr>
        <p:spPr/>
        <p:txBody>
          <a:bodyPr/>
          <a:lstStyle/>
          <a:p>
            <a:fld id="{5DB5036F-1FF2-46C4-8D2B-59C7E3B91952}" type="slidenum">
              <a:rPr lang="en-US" smtClean="0"/>
              <a:pPr/>
              <a:t>11</a:t>
            </a:fld>
            <a:endParaRPr lang="en-US"/>
          </a:p>
        </p:txBody>
      </p:sp>
      <p:sp>
        <p:nvSpPr>
          <p:cNvPr id="3" name="Footer Placeholder 2"/>
          <p:cNvSpPr>
            <a:spLocks noGrp="1"/>
          </p:cNvSpPr>
          <p:nvPr>
            <p:ph type="ftr" sz="quarter" idx="11"/>
          </p:nvPr>
        </p:nvSpPr>
        <p:spPr/>
        <p:txBody>
          <a:bodyPr/>
          <a:lstStyle/>
          <a:p>
            <a:r>
              <a:rPr lang="en-US" smtClean="0"/>
              <a:t>GRC2026 - Loc Nguyen - Google Translator</a:t>
            </a:r>
            <a:endParaRPr lang="en-US"/>
          </a:p>
        </p:txBody>
      </p:sp>
      <p:sp>
        <p:nvSpPr>
          <p:cNvPr id="5" name="Date Placeholder 4"/>
          <p:cNvSpPr>
            <a:spLocks noGrp="1"/>
          </p:cNvSpPr>
          <p:nvPr>
            <p:ph type="dt" sz="half" idx="10"/>
          </p:nvPr>
        </p:nvSpPr>
        <p:spPr/>
        <p:txBody>
          <a:bodyPr/>
          <a:lstStyle/>
          <a:p>
            <a:r>
              <a:rPr lang="en-US" smtClean="0"/>
              <a:t>5/23/2026</a:t>
            </a:r>
            <a:endParaRPr lang="en-US"/>
          </a:p>
        </p:txBody>
      </p:sp>
    </p:spTree>
    <p:extLst>
      <p:ext uri="{BB962C8B-B14F-4D97-AF65-F5344CB8AC3E}">
        <p14:creationId xmlns:p14="http://schemas.microsoft.com/office/powerpoint/2010/main" val="1326608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1778</TotalTime>
  <Words>1530</Words>
  <Application>Microsoft Office PowerPoint</Application>
  <PresentationFormat>Widescreen</PresentationFormat>
  <Paragraphs>75</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Topic: Interdisciplinary Research for Sustainable Development</vt:lpstr>
      <vt:lpstr>One intelligence splits dually into thousands of technologies</vt:lpstr>
      <vt:lpstr>Một trí tuệ rẽ đôi muôn ngàn công nghệ</vt:lpstr>
      <vt:lpstr>The pinnacle of academia, the spearhead of specialization</vt:lpstr>
      <vt:lpstr>Đỉnh cao học thuật, mũi nhọn chuyên sâu</vt:lpstr>
      <vt:lpstr>Diversity is real, unity is an expectation</vt:lpstr>
      <vt:lpstr>Đa dạng là thực, thống nhất là kỳ vọng</vt:lpstr>
      <vt:lpstr>“Nothing is impossible” is an expectation that cannot be absent</vt:lpstr>
      <vt:lpstr>Không gì không thể là kỳ vọng không thể không có</vt:lpstr>
      <vt:lpstr>Thank you for attention</vt:lpstr>
      <vt:lpstr>Cảm ơn đã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 Nguyen</dc:creator>
  <cp:lastModifiedBy>USER</cp:lastModifiedBy>
  <cp:revision>413</cp:revision>
  <dcterms:created xsi:type="dcterms:W3CDTF">2017-06-28T03:43:04Z</dcterms:created>
  <dcterms:modified xsi:type="dcterms:W3CDTF">2026-05-24T08:22:42Z</dcterms:modified>
</cp:coreProperties>
</file>